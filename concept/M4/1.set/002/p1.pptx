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1" r:id="rId3"/>
    <p:sldId id="262" r:id="rId4"/>
    <p:sldId id="263" r:id="rId5"/>
    <p:sldId id="259" r:id="rId6"/>
    <p:sldId id="260" r:id="rId7"/>
    <p:sldId id="264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E95D9"/>
    <a:srgbClr val="18202A"/>
    <a:srgbClr val="D9D9D9"/>
    <a:srgbClr val="E8E8E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E82E963-D5E1-4DC1-97E5-0B76794730F8}" v="438" dt="2026-09-19T15:42:02.602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120" d="100"/>
          <a:sy n="120" d="100"/>
        </p:scale>
        <p:origin x="120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14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ttanun Tangpeerasit (Maths) Lap" userId="1ad6559d-3a93-42e6-9288-bf73492e1b2c" providerId="ADAL" clId="{214CD14F-CFF7-41F3-8FAD-E1DC02D8708B}"/>
    <pc:docChg chg="undo custSel addSld delSld modSld">
      <pc:chgData name="Nattanun Tangpeerasit (Maths) Lap" userId="1ad6559d-3a93-42e6-9288-bf73492e1b2c" providerId="ADAL" clId="{214CD14F-CFF7-41F3-8FAD-E1DC02D8708B}" dt="2026-09-19T17:08:40.670" v="2065" actId="1076"/>
      <pc:docMkLst>
        <pc:docMk/>
      </pc:docMkLst>
      <pc:sldChg chg="addSp delSp modSp mod setBg">
        <pc:chgData name="Nattanun Tangpeerasit (Maths) Lap" userId="1ad6559d-3a93-42e6-9288-bf73492e1b2c" providerId="ADAL" clId="{214CD14F-CFF7-41F3-8FAD-E1DC02D8708B}" dt="2026-09-19T15:33:40.287" v="1803" actId="6549"/>
        <pc:sldMkLst>
          <pc:docMk/>
          <pc:sldMk cId="2080722355" sldId="256"/>
        </pc:sldMkLst>
        <pc:spChg chg="add mod ord">
          <ac:chgData name="Nattanun Tangpeerasit (Maths) Lap" userId="1ad6559d-3a93-42e6-9288-bf73492e1b2c" providerId="ADAL" clId="{214CD14F-CFF7-41F3-8FAD-E1DC02D8708B}" dt="2026-09-19T10:22:46.628" v="163" actId="167"/>
          <ac:spMkLst>
            <pc:docMk/>
            <pc:sldMk cId="2080722355" sldId="256"/>
            <ac:spMk id="2" creationId="{CB54C833-D9F7-EA75-50E0-4E7DD5E4F16F}"/>
          </ac:spMkLst>
        </pc:spChg>
        <pc:spChg chg="mod">
          <ac:chgData name="Nattanun Tangpeerasit (Maths) Lap" userId="1ad6559d-3a93-42e6-9288-bf73492e1b2c" providerId="ADAL" clId="{214CD14F-CFF7-41F3-8FAD-E1DC02D8708B}" dt="2026-09-19T11:00:05.521" v="185" actId="20577"/>
          <ac:spMkLst>
            <pc:docMk/>
            <pc:sldMk cId="2080722355" sldId="256"/>
            <ac:spMk id="4" creationId="{58383BB9-33DC-9DC2-9877-99F26F0F2860}"/>
          </ac:spMkLst>
        </pc:spChg>
        <pc:spChg chg="add mod">
          <ac:chgData name="Nattanun Tangpeerasit (Maths) Lap" userId="1ad6559d-3a93-42e6-9288-bf73492e1b2c" providerId="ADAL" clId="{214CD14F-CFF7-41F3-8FAD-E1DC02D8708B}" dt="2026-09-19T11:12:52.589" v="202" actId="14100"/>
          <ac:spMkLst>
            <pc:docMk/>
            <pc:sldMk cId="2080722355" sldId="256"/>
            <ac:spMk id="5" creationId="{55AAAE95-AB1E-DBC5-8B35-FD680694BEBB}"/>
          </ac:spMkLst>
        </pc:spChg>
        <pc:spChg chg="add mod">
          <ac:chgData name="Nattanun Tangpeerasit (Maths) Lap" userId="1ad6559d-3a93-42e6-9288-bf73492e1b2c" providerId="ADAL" clId="{214CD14F-CFF7-41F3-8FAD-E1DC02D8708B}" dt="2026-09-19T15:30:35.682" v="1773" actId="1076"/>
          <ac:spMkLst>
            <pc:docMk/>
            <pc:sldMk cId="2080722355" sldId="256"/>
            <ac:spMk id="6" creationId="{60314F7B-1773-0839-FE10-A96959A07B01}"/>
          </ac:spMkLst>
        </pc:spChg>
        <pc:spChg chg="add mod">
          <ac:chgData name="Nattanun Tangpeerasit (Maths) Lap" userId="1ad6559d-3a93-42e6-9288-bf73492e1b2c" providerId="ADAL" clId="{214CD14F-CFF7-41F3-8FAD-E1DC02D8708B}" dt="2026-09-19T11:17:54.852" v="341" actId="20577"/>
          <ac:spMkLst>
            <pc:docMk/>
            <pc:sldMk cId="2080722355" sldId="256"/>
            <ac:spMk id="8" creationId="{7CE99919-B2FE-F05B-83F9-B4E4497BF090}"/>
          </ac:spMkLst>
        </pc:spChg>
        <pc:spChg chg="del">
          <ac:chgData name="Nattanun Tangpeerasit (Maths) Lap" userId="1ad6559d-3a93-42e6-9288-bf73492e1b2c" providerId="ADAL" clId="{214CD14F-CFF7-41F3-8FAD-E1DC02D8708B}" dt="2026-09-19T11:12:33.762" v="196" actId="478"/>
          <ac:spMkLst>
            <pc:docMk/>
            <pc:sldMk cId="2080722355" sldId="256"/>
            <ac:spMk id="9" creationId="{46709E0B-B240-9062-6521-9658DB540736}"/>
          </ac:spMkLst>
        </pc:spChg>
        <pc:spChg chg="del">
          <ac:chgData name="Nattanun Tangpeerasit (Maths) Lap" userId="1ad6559d-3a93-42e6-9288-bf73492e1b2c" providerId="ADAL" clId="{214CD14F-CFF7-41F3-8FAD-E1DC02D8708B}" dt="2026-09-19T11:12:31.655" v="194" actId="478"/>
          <ac:spMkLst>
            <pc:docMk/>
            <pc:sldMk cId="2080722355" sldId="256"/>
            <ac:spMk id="11" creationId="{1CE167D6-5ED8-1684-7B8B-077DFA4A9987}"/>
          </ac:spMkLst>
        </pc:spChg>
        <pc:spChg chg="add del mod">
          <ac:chgData name="Nattanun Tangpeerasit (Maths) Lap" userId="1ad6559d-3a93-42e6-9288-bf73492e1b2c" providerId="ADAL" clId="{214CD14F-CFF7-41F3-8FAD-E1DC02D8708B}" dt="2026-09-19T12:19:34.658" v="1575" actId="478"/>
          <ac:spMkLst>
            <pc:docMk/>
            <pc:sldMk cId="2080722355" sldId="256"/>
            <ac:spMk id="14" creationId="{D0BF4449-F0BF-7C0B-1F75-3AA00C32485B}"/>
          </ac:spMkLst>
        </pc:spChg>
        <pc:spChg chg="mod">
          <ac:chgData name="Nattanun Tangpeerasit (Maths) Lap" userId="1ad6559d-3a93-42e6-9288-bf73492e1b2c" providerId="ADAL" clId="{214CD14F-CFF7-41F3-8FAD-E1DC02D8708B}" dt="2026-09-19T11:34:37.476" v="650" actId="164"/>
          <ac:spMkLst>
            <pc:docMk/>
            <pc:sldMk cId="2080722355" sldId="256"/>
            <ac:spMk id="15" creationId="{955C6674-9F4A-F18B-88A6-F1E80D48240E}"/>
          </ac:spMkLst>
        </pc:spChg>
        <pc:spChg chg="del">
          <ac:chgData name="Nattanun Tangpeerasit (Maths) Lap" userId="1ad6559d-3a93-42e6-9288-bf73492e1b2c" providerId="ADAL" clId="{214CD14F-CFF7-41F3-8FAD-E1DC02D8708B}" dt="2026-09-19T11:26:28.914" v="392" actId="478"/>
          <ac:spMkLst>
            <pc:docMk/>
            <pc:sldMk cId="2080722355" sldId="256"/>
            <ac:spMk id="21" creationId="{5FD91072-09EE-5D26-69B1-A93A5852267B}"/>
          </ac:spMkLst>
        </pc:spChg>
        <pc:spChg chg="add mod">
          <ac:chgData name="Nattanun Tangpeerasit (Maths) Lap" userId="1ad6559d-3a93-42e6-9288-bf73492e1b2c" providerId="ADAL" clId="{214CD14F-CFF7-41F3-8FAD-E1DC02D8708B}" dt="2026-09-19T11:30:10.344" v="595" actId="20577"/>
          <ac:spMkLst>
            <pc:docMk/>
            <pc:sldMk cId="2080722355" sldId="256"/>
            <ac:spMk id="22" creationId="{9D6BA9B5-9FB8-2BE7-94CB-5EB698D5FB50}"/>
          </ac:spMkLst>
        </pc:spChg>
        <pc:spChg chg="mod">
          <ac:chgData name="Nattanun Tangpeerasit (Maths) Lap" userId="1ad6559d-3a93-42e6-9288-bf73492e1b2c" providerId="ADAL" clId="{214CD14F-CFF7-41F3-8FAD-E1DC02D8708B}" dt="2026-09-19T11:28:37.624" v="555" actId="1036"/>
          <ac:spMkLst>
            <pc:docMk/>
            <pc:sldMk cId="2080722355" sldId="256"/>
            <ac:spMk id="23" creationId="{2957EBD1-434E-8246-B662-9B2CFAB7BB5A}"/>
          </ac:spMkLst>
        </pc:spChg>
        <pc:spChg chg="add mod">
          <ac:chgData name="Nattanun Tangpeerasit (Maths) Lap" userId="1ad6559d-3a93-42e6-9288-bf73492e1b2c" providerId="ADAL" clId="{214CD14F-CFF7-41F3-8FAD-E1DC02D8708B}" dt="2026-09-19T11:30:16.497" v="598" actId="20577"/>
          <ac:spMkLst>
            <pc:docMk/>
            <pc:sldMk cId="2080722355" sldId="256"/>
            <ac:spMk id="25" creationId="{C42B6188-06EE-774B-E94A-0199CABCB944}"/>
          </ac:spMkLst>
        </pc:spChg>
        <pc:spChg chg="add del mod">
          <ac:chgData name="Nattanun Tangpeerasit (Maths) Lap" userId="1ad6559d-3a93-42e6-9288-bf73492e1b2c" providerId="ADAL" clId="{214CD14F-CFF7-41F3-8FAD-E1DC02D8708B}" dt="2026-09-19T11:26:30.939" v="394" actId="478"/>
          <ac:spMkLst>
            <pc:docMk/>
            <pc:sldMk cId="2080722355" sldId="256"/>
            <ac:spMk id="26" creationId="{380D6FFF-9507-1073-6FCE-FC99BD19C05F}"/>
          </ac:spMkLst>
        </pc:spChg>
        <pc:spChg chg="mod">
          <ac:chgData name="Nattanun Tangpeerasit (Maths) Lap" userId="1ad6559d-3a93-42e6-9288-bf73492e1b2c" providerId="ADAL" clId="{214CD14F-CFF7-41F3-8FAD-E1DC02D8708B}" dt="2026-09-19T11:33:44.245" v="641" actId="14100"/>
          <ac:spMkLst>
            <pc:docMk/>
            <pc:sldMk cId="2080722355" sldId="256"/>
            <ac:spMk id="28" creationId="{D5D9C095-415F-926B-28B5-4C3BA8E85F98}"/>
          </ac:spMkLst>
        </pc:spChg>
        <pc:spChg chg="mod">
          <ac:chgData name="Nattanun Tangpeerasit (Maths) Lap" userId="1ad6559d-3a93-42e6-9288-bf73492e1b2c" providerId="ADAL" clId="{214CD14F-CFF7-41F3-8FAD-E1DC02D8708B}" dt="2026-09-19T11:32:38.209" v="623" actId="20577"/>
          <ac:spMkLst>
            <pc:docMk/>
            <pc:sldMk cId="2080722355" sldId="256"/>
            <ac:spMk id="29" creationId="{3A635535-BDD0-A572-3E01-D3E6175FE952}"/>
          </ac:spMkLst>
        </pc:spChg>
        <pc:spChg chg="mod">
          <ac:chgData name="Nattanun Tangpeerasit (Maths) Lap" userId="1ad6559d-3a93-42e6-9288-bf73492e1b2c" providerId="ADAL" clId="{214CD14F-CFF7-41F3-8FAD-E1DC02D8708B}" dt="2026-09-19T11:32:42.392" v="625" actId="20577"/>
          <ac:spMkLst>
            <pc:docMk/>
            <pc:sldMk cId="2080722355" sldId="256"/>
            <ac:spMk id="31" creationId="{160CC394-6527-EDA7-62E4-EDD34852BD4A}"/>
          </ac:spMkLst>
        </pc:spChg>
        <pc:spChg chg="add mod">
          <ac:chgData name="Nattanun Tangpeerasit (Maths) Lap" userId="1ad6559d-3a93-42e6-9288-bf73492e1b2c" providerId="ADAL" clId="{214CD14F-CFF7-41F3-8FAD-E1DC02D8708B}" dt="2026-09-19T11:30:26.577" v="602" actId="20577"/>
          <ac:spMkLst>
            <pc:docMk/>
            <pc:sldMk cId="2080722355" sldId="256"/>
            <ac:spMk id="32" creationId="{D014E94F-90B2-3985-7909-1E5A127C2D42}"/>
          </ac:spMkLst>
        </pc:spChg>
        <pc:spChg chg="mod">
          <ac:chgData name="Nattanun Tangpeerasit (Maths) Lap" userId="1ad6559d-3a93-42e6-9288-bf73492e1b2c" providerId="ADAL" clId="{214CD14F-CFF7-41F3-8FAD-E1DC02D8708B}" dt="2026-09-19T11:32:45.941" v="627" actId="20577"/>
          <ac:spMkLst>
            <pc:docMk/>
            <pc:sldMk cId="2080722355" sldId="256"/>
            <ac:spMk id="33" creationId="{418BFE1E-648B-18C5-858A-E270FB73B9F5}"/>
          </ac:spMkLst>
        </pc:spChg>
        <pc:spChg chg="mod">
          <ac:chgData name="Nattanun Tangpeerasit (Maths) Lap" userId="1ad6559d-3a93-42e6-9288-bf73492e1b2c" providerId="ADAL" clId="{214CD14F-CFF7-41F3-8FAD-E1DC02D8708B}" dt="2026-09-19T11:32:53.632" v="629" actId="20577"/>
          <ac:spMkLst>
            <pc:docMk/>
            <pc:sldMk cId="2080722355" sldId="256"/>
            <ac:spMk id="35" creationId="{A41E4B8F-1854-2B44-22C5-6C1F59F1FEE3}"/>
          </ac:spMkLst>
        </pc:spChg>
        <pc:spChg chg="add mod">
          <ac:chgData name="Nattanun Tangpeerasit (Maths) Lap" userId="1ad6559d-3a93-42e6-9288-bf73492e1b2c" providerId="ADAL" clId="{214CD14F-CFF7-41F3-8FAD-E1DC02D8708B}" dt="2026-09-19T11:30:39.829" v="604" actId="20577"/>
          <ac:spMkLst>
            <pc:docMk/>
            <pc:sldMk cId="2080722355" sldId="256"/>
            <ac:spMk id="36" creationId="{E86D4BD5-0B8E-35EE-8ABC-38F8D347E814}"/>
          </ac:spMkLst>
        </pc:spChg>
        <pc:spChg chg="mod">
          <ac:chgData name="Nattanun Tangpeerasit (Maths) Lap" userId="1ad6559d-3a93-42e6-9288-bf73492e1b2c" providerId="ADAL" clId="{214CD14F-CFF7-41F3-8FAD-E1DC02D8708B}" dt="2026-09-19T11:33:17.690" v="631" actId="20577"/>
          <ac:spMkLst>
            <pc:docMk/>
            <pc:sldMk cId="2080722355" sldId="256"/>
            <ac:spMk id="37" creationId="{3DDFA9E2-9E2E-B529-D742-5E1E73703382}"/>
          </ac:spMkLst>
        </pc:spChg>
        <pc:spChg chg="del mod">
          <ac:chgData name="Nattanun Tangpeerasit (Maths) Lap" userId="1ad6559d-3a93-42e6-9288-bf73492e1b2c" providerId="ADAL" clId="{214CD14F-CFF7-41F3-8FAD-E1DC02D8708B}" dt="2026-09-19T11:33:21.452" v="632" actId="478"/>
          <ac:spMkLst>
            <pc:docMk/>
            <pc:sldMk cId="2080722355" sldId="256"/>
            <ac:spMk id="39" creationId="{C09B9E18-5257-7340-799D-97782BAD240B}"/>
          </ac:spMkLst>
        </pc:spChg>
        <pc:spChg chg="del mod">
          <ac:chgData name="Nattanun Tangpeerasit (Maths) Lap" userId="1ad6559d-3a93-42e6-9288-bf73492e1b2c" providerId="ADAL" clId="{214CD14F-CFF7-41F3-8FAD-E1DC02D8708B}" dt="2026-09-19T11:33:29.416" v="635" actId="478"/>
          <ac:spMkLst>
            <pc:docMk/>
            <pc:sldMk cId="2080722355" sldId="256"/>
            <ac:spMk id="41" creationId="{9FC50D2E-4966-81D0-1D2B-A2BA4ABD1C42}"/>
          </ac:spMkLst>
        </pc:spChg>
        <pc:spChg chg="del mod">
          <ac:chgData name="Nattanun Tangpeerasit (Maths) Lap" userId="1ad6559d-3a93-42e6-9288-bf73492e1b2c" providerId="ADAL" clId="{214CD14F-CFF7-41F3-8FAD-E1DC02D8708B}" dt="2026-09-19T11:33:31.531" v="636" actId="478"/>
          <ac:spMkLst>
            <pc:docMk/>
            <pc:sldMk cId="2080722355" sldId="256"/>
            <ac:spMk id="43" creationId="{50E1E00D-28EE-9DA1-ECF9-F2B350A9CDCA}"/>
          </ac:spMkLst>
        </pc:spChg>
        <pc:spChg chg="add mod">
          <ac:chgData name="Nattanun Tangpeerasit (Maths) Lap" userId="1ad6559d-3a93-42e6-9288-bf73492e1b2c" providerId="ADAL" clId="{214CD14F-CFF7-41F3-8FAD-E1DC02D8708B}" dt="2026-09-19T11:45:20.478" v="930" actId="20577"/>
          <ac:spMkLst>
            <pc:docMk/>
            <pc:sldMk cId="2080722355" sldId="256"/>
            <ac:spMk id="44" creationId="{DF92CE10-F26F-01DC-6CFD-E50C5CA09729}"/>
          </ac:spMkLst>
        </pc:spChg>
        <pc:spChg chg="del mod">
          <ac:chgData name="Nattanun Tangpeerasit (Maths) Lap" userId="1ad6559d-3a93-42e6-9288-bf73492e1b2c" providerId="ADAL" clId="{214CD14F-CFF7-41F3-8FAD-E1DC02D8708B}" dt="2026-09-19T11:33:33.887" v="637" actId="478"/>
          <ac:spMkLst>
            <pc:docMk/>
            <pc:sldMk cId="2080722355" sldId="256"/>
            <ac:spMk id="45" creationId="{252B1405-7CAE-C7FB-DA9D-B173186CAD6A}"/>
          </ac:spMkLst>
        </pc:spChg>
        <pc:spChg chg="del mod">
          <ac:chgData name="Nattanun Tangpeerasit (Maths) Lap" userId="1ad6559d-3a93-42e6-9288-bf73492e1b2c" providerId="ADAL" clId="{214CD14F-CFF7-41F3-8FAD-E1DC02D8708B}" dt="2026-09-19T11:33:35.214" v="638" actId="478"/>
          <ac:spMkLst>
            <pc:docMk/>
            <pc:sldMk cId="2080722355" sldId="256"/>
            <ac:spMk id="47" creationId="{9EB0CE9D-0CE6-FD0D-7E09-2EB440671C76}"/>
          </ac:spMkLst>
        </pc:spChg>
        <pc:spChg chg="add mod">
          <ac:chgData name="Nattanun Tangpeerasit (Maths) Lap" userId="1ad6559d-3a93-42e6-9288-bf73492e1b2c" providerId="ADAL" clId="{214CD14F-CFF7-41F3-8FAD-E1DC02D8708B}" dt="2026-09-19T11:44:57.301" v="865" actId="1036"/>
          <ac:spMkLst>
            <pc:docMk/>
            <pc:sldMk cId="2080722355" sldId="256"/>
            <ac:spMk id="48" creationId="{AFA18E97-5EDD-4CDE-1AA1-D8AA2D0719DC}"/>
          </ac:spMkLst>
        </pc:spChg>
        <pc:spChg chg="add del mod">
          <ac:chgData name="Nattanun Tangpeerasit (Maths) Lap" userId="1ad6559d-3a93-42e6-9288-bf73492e1b2c" providerId="ADAL" clId="{214CD14F-CFF7-41F3-8FAD-E1DC02D8708B}" dt="2026-09-19T12:19:31.236" v="1573" actId="478"/>
          <ac:spMkLst>
            <pc:docMk/>
            <pc:sldMk cId="2080722355" sldId="256"/>
            <ac:spMk id="51" creationId="{D6E06CBC-99C8-C3E5-1E53-C3E9738E2FFF}"/>
          </ac:spMkLst>
        </pc:spChg>
        <pc:spChg chg="add mod">
          <ac:chgData name="Nattanun Tangpeerasit (Maths) Lap" userId="1ad6559d-3a93-42e6-9288-bf73492e1b2c" providerId="ADAL" clId="{214CD14F-CFF7-41F3-8FAD-E1DC02D8708B}" dt="2026-09-19T15:32:29.238" v="1775" actId="1076"/>
          <ac:spMkLst>
            <pc:docMk/>
            <pc:sldMk cId="2080722355" sldId="256"/>
            <ac:spMk id="53" creationId="{25D10B50-D1CB-167F-CF0E-BB7E66239075}"/>
          </ac:spMkLst>
        </pc:spChg>
        <pc:spChg chg="mod">
          <ac:chgData name="Nattanun Tangpeerasit (Maths) Lap" userId="1ad6559d-3a93-42e6-9288-bf73492e1b2c" providerId="ADAL" clId="{214CD14F-CFF7-41F3-8FAD-E1DC02D8708B}" dt="2026-09-19T15:29:42.556" v="1752" actId="1076"/>
          <ac:spMkLst>
            <pc:docMk/>
            <pc:sldMk cId="2080722355" sldId="256"/>
            <ac:spMk id="55" creationId="{951EC65B-7937-0451-8BE4-F391B74EDCD7}"/>
          </ac:spMkLst>
        </pc:spChg>
        <pc:spChg chg="mod">
          <ac:chgData name="Nattanun Tangpeerasit (Maths) Lap" userId="1ad6559d-3a93-42e6-9288-bf73492e1b2c" providerId="ADAL" clId="{214CD14F-CFF7-41F3-8FAD-E1DC02D8708B}" dt="2026-09-19T15:32:19.733" v="1774" actId="1076"/>
          <ac:spMkLst>
            <pc:docMk/>
            <pc:sldMk cId="2080722355" sldId="256"/>
            <ac:spMk id="56" creationId="{FB32BAFB-EC7A-E86F-EED9-B9316500B384}"/>
          </ac:spMkLst>
        </pc:spChg>
        <pc:spChg chg="del mod">
          <ac:chgData name="Nattanun Tangpeerasit (Maths) Lap" userId="1ad6559d-3a93-42e6-9288-bf73492e1b2c" providerId="ADAL" clId="{214CD14F-CFF7-41F3-8FAD-E1DC02D8708B}" dt="2026-09-19T11:48:28.616" v="954" actId="478"/>
          <ac:spMkLst>
            <pc:docMk/>
            <pc:sldMk cId="2080722355" sldId="256"/>
            <ac:spMk id="58" creationId="{3F9D476A-BD23-79BD-8500-F9A174D7D5A4}"/>
          </ac:spMkLst>
        </pc:spChg>
        <pc:spChg chg="mod">
          <ac:chgData name="Nattanun Tangpeerasit (Maths) Lap" userId="1ad6559d-3a93-42e6-9288-bf73492e1b2c" providerId="ADAL" clId="{214CD14F-CFF7-41F3-8FAD-E1DC02D8708B}" dt="2026-09-19T15:33:40.287" v="1803" actId="6549"/>
          <ac:spMkLst>
            <pc:docMk/>
            <pc:sldMk cId="2080722355" sldId="256"/>
            <ac:spMk id="60" creationId="{316480A6-31E4-AC23-DDD8-686737BE14CB}"/>
          </ac:spMkLst>
        </pc:spChg>
        <pc:spChg chg="mod">
          <ac:chgData name="Nattanun Tangpeerasit (Maths) Lap" userId="1ad6559d-3a93-42e6-9288-bf73492e1b2c" providerId="ADAL" clId="{214CD14F-CFF7-41F3-8FAD-E1DC02D8708B}" dt="2026-09-19T11:51:54.766" v="992" actId="14100"/>
          <ac:spMkLst>
            <pc:docMk/>
            <pc:sldMk cId="2080722355" sldId="256"/>
            <ac:spMk id="61" creationId="{1B9AF0FA-6DF0-7E33-611B-B691F819661E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2" creationId="{2C83EF16-B483-311A-7A4B-C292AFE0F180}"/>
          </ac:spMkLst>
        </pc:spChg>
        <pc:spChg chg="mod">
          <ac:chgData name="Nattanun Tangpeerasit (Maths) Lap" userId="1ad6559d-3a93-42e6-9288-bf73492e1b2c" providerId="ADAL" clId="{214CD14F-CFF7-41F3-8FAD-E1DC02D8708B}" dt="2026-09-18T14:06:17.048" v="2" actId="164"/>
          <ac:spMkLst>
            <pc:docMk/>
            <pc:sldMk cId="2080722355" sldId="256"/>
            <ac:spMk id="64" creationId="{0612118D-B051-7363-FC53-9ABF91ED3A6E}"/>
          </ac:spMkLst>
        </pc:spChg>
        <pc:spChg chg="add del mod">
          <ac:chgData name="Nattanun Tangpeerasit (Maths) Lap" userId="1ad6559d-3a93-42e6-9288-bf73492e1b2c" providerId="ADAL" clId="{214CD14F-CFF7-41F3-8FAD-E1DC02D8708B}" dt="2026-09-19T11:07:05.015" v="191" actId="478"/>
          <ac:spMkLst>
            <pc:docMk/>
            <pc:sldMk cId="2080722355" sldId="256"/>
            <ac:spMk id="66" creationId="{FBD30F72-7CFC-29E2-2DCA-FF0E8FAA7351}"/>
          </ac:spMkLst>
        </pc:spChg>
        <pc:spChg chg="del mod">
          <ac:chgData name="Nattanun Tangpeerasit (Maths) Lap" userId="1ad6559d-3a93-42e6-9288-bf73492e1b2c" providerId="ADAL" clId="{214CD14F-CFF7-41F3-8FAD-E1DC02D8708B}" dt="2026-09-19T11:06:59.431" v="188" actId="478"/>
          <ac:spMkLst>
            <pc:docMk/>
            <pc:sldMk cId="2080722355" sldId="256"/>
            <ac:spMk id="68" creationId="{0F2C3C05-8DBE-6CB5-B403-FBE1D67323FC}"/>
          </ac:spMkLst>
        </pc:spChg>
        <pc:spChg chg="del mod">
          <ac:chgData name="Nattanun Tangpeerasit (Maths) Lap" userId="1ad6559d-3a93-42e6-9288-bf73492e1b2c" providerId="ADAL" clId="{214CD14F-CFF7-41F3-8FAD-E1DC02D8708B}" dt="2026-09-19T11:07:02.056" v="189" actId="478"/>
          <ac:spMkLst>
            <pc:docMk/>
            <pc:sldMk cId="2080722355" sldId="256"/>
            <ac:spMk id="70" creationId="{C1AD95B4-D0BB-FEAD-2C22-2EEA58F60E33}"/>
          </ac:spMkLst>
        </pc:spChg>
        <pc:spChg chg="del mod">
          <ac:chgData name="Nattanun Tangpeerasit (Maths) Lap" userId="1ad6559d-3a93-42e6-9288-bf73492e1b2c" providerId="ADAL" clId="{214CD14F-CFF7-41F3-8FAD-E1DC02D8708B}" dt="2026-09-19T11:51:51.781" v="991" actId="478"/>
          <ac:spMkLst>
            <pc:docMk/>
            <pc:sldMk cId="2080722355" sldId="256"/>
            <ac:spMk id="72" creationId="{93D7F6F1-7C11-8A5F-5B01-5DD527C66CB8}"/>
          </ac:spMkLst>
        </pc:spChg>
        <pc:spChg chg="del mod">
          <ac:chgData name="Nattanun Tangpeerasit (Maths) Lap" userId="1ad6559d-3a93-42e6-9288-bf73492e1b2c" providerId="ADAL" clId="{214CD14F-CFF7-41F3-8FAD-E1DC02D8708B}" dt="2026-09-19T11:25:53.797" v="390" actId="478"/>
          <ac:spMkLst>
            <pc:docMk/>
            <pc:sldMk cId="2080722355" sldId="256"/>
            <ac:spMk id="74" creationId="{AB4B9D6F-A090-6A41-9413-230C06112980}"/>
          </ac:spMkLst>
        </pc:spChg>
        <pc:grpChg chg="del">
          <ac:chgData name="Nattanun Tangpeerasit (Maths) Lap" userId="1ad6559d-3a93-42e6-9288-bf73492e1b2c" providerId="ADAL" clId="{214CD14F-CFF7-41F3-8FAD-E1DC02D8708B}" dt="2026-09-19T11:12:32.370" v="195" actId="478"/>
          <ac:grpSpMkLst>
            <pc:docMk/>
            <pc:sldMk cId="2080722355" sldId="256"/>
            <ac:grpSpMk id="16" creationId="{35311901-1733-E78D-7163-0DF9E2D80AFD}"/>
          </ac:grpSpMkLst>
        </pc:grpChg>
        <pc:grpChg chg="del">
          <ac:chgData name="Nattanun Tangpeerasit (Maths) Lap" userId="1ad6559d-3a93-42e6-9288-bf73492e1b2c" providerId="ADAL" clId="{214CD14F-CFF7-41F3-8FAD-E1DC02D8708B}" dt="2026-09-19T11:26:32.264" v="395" actId="478"/>
          <ac:grpSpMkLst>
            <pc:docMk/>
            <pc:sldMk cId="2080722355" sldId="256"/>
            <ac:grpSpMk id="17" creationId="{465DCA77-C258-89E1-1AB2-F5153061A004}"/>
          </ac:grpSpMkLst>
        </pc:grpChg>
        <pc:grpChg chg="add del mod">
          <ac:chgData name="Nattanun Tangpeerasit (Maths) Lap" userId="1ad6559d-3a93-42e6-9288-bf73492e1b2c" providerId="ADAL" clId="{214CD14F-CFF7-41F3-8FAD-E1DC02D8708B}" dt="2026-09-19T11:34:37.476" v="650" actId="164"/>
          <ac:grpSpMkLst>
            <pc:docMk/>
            <pc:sldMk cId="2080722355" sldId="256"/>
            <ac:grpSpMk id="27" creationId="{5BB35A5C-9798-18F9-B723-0772B61024BF}"/>
          </ac:grpSpMkLst>
        </pc:grpChg>
        <pc:grpChg chg="add mod">
          <ac:chgData name="Nattanun Tangpeerasit (Maths) Lap" userId="1ad6559d-3a93-42e6-9288-bf73492e1b2c" providerId="ADAL" clId="{214CD14F-CFF7-41F3-8FAD-E1DC02D8708B}" dt="2026-09-19T11:51:26.130" v="990" actId="1035"/>
          <ac:grpSpMkLst>
            <pc:docMk/>
            <pc:sldMk cId="2080722355" sldId="256"/>
            <ac:grpSpMk id="38" creationId="{A2478E6A-3B81-4AC0-7D9C-DC273ED8098C}"/>
          </ac:grpSpMkLst>
        </pc:grpChg>
        <pc:grpChg chg="add mod">
          <ac:chgData name="Nattanun Tangpeerasit (Maths) Lap" userId="1ad6559d-3a93-42e6-9288-bf73492e1b2c" providerId="ADAL" clId="{214CD14F-CFF7-41F3-8FAD-E1DC02D8708B}" dt="2026-09-19T11:45:01.611" v="883" actId="1036"/>
          <ac:grpSpMkLst>
            <pc:docMk/>
            <pc:sldMk cId="2080722355" sldId="256"/>
            <ac:grpSpMk id="40" creationId="{CF14F115-53D0-96F2-2A22-D1EEFC8CF7EF}"/>
          </ac:grpSpMkLst>
        </pc:grpChg>
        <pc:grpChg chg="add mod">
          <ac:chgData name="Nattanun Tangpeerasit (Maths) Lap" userId="1ad6559d-3a93-42e6-9288-bf73492e1b2c" providerId="ADAL" clId="{214CD14F-CFF7-41F3-8FAD-E1DC02D8708B}" dt="2026-09-19T12:19:35.675" v="1576"/>
          <ac:grpSpMkLst>
            <pc:docMk/>
            <pc:sldMk cId="2080722355" sldId="256"/>
            <ac:grpSpMk id="54" creationId="{1D5602AC-C186-2068-AC93-D17E2E18A6E4}"/>
          </ac:grpSpMkLst>
        </pc:grpChg>
        <pc:grpChg chg="add del mod">
          <ac:chgData name="Nattanun Tangpeerasit (Maths) Lap" userId="1ad6559d-3a93-42e6-9288-bf73492e1b2c" providerId="ADAL" clId="{214CD14F-CFF7-41F3-8FAD-E1DC02D8708B}" dt="2026-09-19T11:06:53.873" v="186" actId="478"/>
          <ac:grpSpMkLst>
            <pc:docMk/>
            <pc:sldMk cId="2080722355" sldId="256"/>
            <ac:grpSpMk id="65" creationId="{F993B815-57A4-F00B-A787-EEBE6C8208CE}"/>
          </ac:grpSpMkLst>
        </pc:grpChg>
        <pc:graphicFrameChg chg="add del mod modGraphic">
          <ac:chgData name="Nattanun Tangpeerasit (Maths) Lap" userId="1ad6559d-3a93-42e6-9288-bf73492e1b2c" providerId="ADAL" clId="{214CD14F-CFF7-41F3-8FAD-E1DC02D8708B}" dt="2026-09-19T12:19:33.130" v="1574" actId="478"/>
          <ac:graphicFrameMkLst>
            <pc:docMk/>
            <pc:sldMk cId="2080722355" sldId="256"/>
            <ac:graphicFrameMk id="49" creationId="{73CC7D78-33F5-47B8-867A-25B5A629C02E}"/>
          </ac:graphicFrameMkLst>
        </pc:graphicFrameChg>
      </pc:sldChg>
      <pc:sldChg chg="modSp del">
        <pc:chgData name="Nattanun Tangpeerasit (Maths) Lap" userId="1ad6559d-3a93-42e6-9288-bf73492e1b2c" providerId="ADAL" clId="{214CD14F-CFF7-41F3-8FAD-E1DC02D8708B}" dt="2026-09-19T10:23:03.191" v="165" actId="47"/>
        <pc:sldMkLst>
          <pc:docMk/>
          <pc:sldMk cId="3678439685" sldId="257"/>
        </pc:sldMkLst>
        <pc:spChg chg="mod">
          <ac:chgData name="Nattanun Tangpeerasit (Maths) Lap" userId="1ad6559d-3a93-42e6-9288-bf73492e1b2c" providerId="ADAL" clId="{214CD14F-CFF7-41F3-8FAD-E1DC02D8708B}" dt="2026-09-18T14:15:30.925" v="60" actId="20577"/>
          <ac:spMkLst>
            <pc:docMk/>
            <pc:sldMk cId="3678439685" sldId="257"/>
            <ac:spMk id="6" creationId="{F1402828-22A5-C746-57A4-639A799B3194}"/>
          </ac:spMkLst>
        </pc:spChg>
        <pc:spChg chg="mod">
          <ac:chgData name="Nattanun Tangpeerasit (Maths) Lap" userId="1ad6559d-3a93-42e6-9288-bf73492e1b2c" providerId="ADAL" clId="{214CD14F-CFF7-41F3-8FAD-E1DC02D8708B}" dt="2026-09-18T14:26:58.404" v="158" actId="255"/>
          <ac:spMkLst>
            <pc:docMk/>
            <pc:sldMk cId="3678439685" sldId="257"/>
            <ac:spMk id="74" creationId="{78E1997F-FD8F-1B92-DE3A-3AFFB928B122}"/>
          </ac:spMkLst>
        </pc:spChg>
      </pc:sldChg>
      <pc:sldChg chg="addSp modSp del">
        <pc:chgData name="Nattanun Tangpeerasit (Maths) Lap" userId="1ad6559d-3a93-42e6-9288-bf73492e1b2c" providerId="ADAL" clId="{214CD14F-CFF7-41F3-8FAD-E1DC02D8708B}" dt="2026-09-19T15:59:29.665" v="2050" actId="47"/>
        <pc:sldMkLst>
          <pc:docMk/>
          <pc:sldMk cId="54257411" sldId="258"/>
        </pc:sldMkLst>
        <pc:spChg chg="add mod">
          <ac:chgData name="Nattanun Tangpeerasit (Maths) Lap" userId="1ad6559d-3a93-42e6-9288-bf73492e1b2c" providerId="ADAL" clId="{214CD14F-CFF7-41F3-8FAD-E1DC02D8708B}" dt="2026-09-18T15:40:32.410" v="159" actId="767"/>
          <ac:spMkLst>
            <pc:docMk/>
            <pc:sldMk cId="54257411" sldId="258"/>
            <ac:spMk id="4" creationId="{34867BA4-0282-53E0-2156-B7E14C998288}"/>
          </ac:spMkLst>
        </pc:spChg>
      </pc:sldChg>
      <pc:sldChg chg="add del">
        <pc:chgData name="Nattanun Tangpeerasit (Maths) Lap" userId="1ad6559d-3a93-42e6-9288-bf73492e1b2c" providerId="ADAL" clId="{214CD14F-CFF7-41F3-8FAD-E1DC02D8708B}" dt="2026-09-19T11:58:17.348" v="1108" actId="47"/>
        <pc:sldMkLst>
          <pc:docMk/>
          <pc:sldMk cId="981969629" sldId="259"/>
        </pc:sldMkLst>
      </pc:sldChg>
      <pc:sldChg chg="addSp delSp modSp add del mod">
        <pc:chgData name="Nattanun Tangpeerasit (Maths) Lap" userId="1ad6559d-3a93-42e6-9288-bf73492e1b2c" providerId="ADAL" clId="{214CD14F-CFF7-41F3-8FAD-E1DC02D8708B}" dt="2026-09-19T15:41:08.906" v="2016" actId="47"/>
        <pc:sldMkLst>
          <pc:docMk/>
          <pc:sldMk cId="1419771476" sldId="259"/>
        </pc:sldMkLst>
        <pc:spChg chg="add del mod">
          <ac:chgData name="Nattanun Tangpeerasit (Maths) Lap" userId="1ad6559d-3a93-42e6-9288-bf73492e1b2c" providerId="ADAL" clId="{214CD14F-CFF7-41F3-8FAD-E1DC02D8708B}" dt="2026-09-19T12:09:43.790" v="1297" actId="478"/>
          <ac:spMkLst>
            <pc:docMk/>
            <pc:sldMk cId="1419771476" sldId="259"/>
            <ac:spMk id="3" creationId="{3F9648DD-DAD9-356F-78FD-9163137BEA4F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49.525" v="1300" actId="478"/>
          <ac:spMkLst>
            <pc:docMk/>
            <pc:sldMk cId="1419771476" sldId="259"/>
            <ac:spMk id="9" creationId="{CD137182-881E-0B56-C495-E4E78294A202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48.693" v="1299" actId="478"/>
          <ac:spMkLst>
            <pc:docMk/>
            <pc:sldMk cId="1419771476" sldId="259"/>
            <ac:spMk id="11" creationId="{E9E0FAF8-B172-36A4-EBA0-04D54216ABDE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43.790" v="1297" actId="478"/>
          <ac:spMkLst>
            <pc:docMk/>
            <pc:sldMk cId="1419771476" sldId="259"/>
            <ac:spMk id="13" creationId="{6FF67AC9-36EA-D3E1-D84C-D557E9170F22}"/>
          </ac:spMkLst>
        </pc:spChg>
        <pc:spChg chg="mod">
          <ac:chgData name="Nattanun Tangpeerasit (Maths) Lap" userId="1ad6559d-3a93-42e6-9288-bf73492e1b2c" providerId="ADAL" clId="{214CD14F-CFF7-41F3-8FAD-E1DC02D8708B}" dt="2026-09-19T12:19:26.208" v="1572" actId="164"/>
          <ac:spMkLst>
            <pc:docMk/>
            <pc:sldMk cId="1419771476" sldId="259"/>
            <ac:spMk id="14" creationId="{21574AA0-F4C2-D588-CB92-460DE32A5561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46.462" v="1298" actId="478"/>
          <ac:spMkLst>
            <pc:docMk/>
            <pc:sldMk cId="1419771476" sldId="259"/>
            <ac:spMk id="17" creationId="{34AE3E39-D628-CAA5-024B-2D48550CD091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50.079" v="1301" actId="478"/>
          <ac:spMkLst>
            <pc:docMk/>
            <pc:sldMk cId="1419771476" sldId="259"/>
            <ac:spMk id="19" creationId="{D4D33251-FB6F-FE19-3D5B-0AC2D27E712F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50.737" v="1302" actId="478"/>
          <ac:spMkLst>
            <pc:docMk/>
            <pc:sldMk cId="1419771476" sldId="259"/>
            <ac:spMk id="21" creationId="{B09BD2DE-9CD3-69E0-A492-0DFC4F461BD3}"/>
          </ac:spMkLst>
        </pc:spChg>
        <pc:spChg chg="add del mod">
          <ac:chgData name="Nattanun Tangpeerasit (Maths) Lap" userId="1ad6559d-3a93-42e6-9288-bf73492e1b2c" providerId="ADAL" clId="{214CD14F-CFF7-41F3-8FAD-E1DC02D8708B}" dt="2026-09-19T12:09:51.350" v="1303" actId="478"/>
          <ac:spMkLst>
            <pc:docMk/>
            <pc:sldMk cId="1419771476" sldId="259"/>
            <ac:spMk id="30" creationId="{74B58586-04AB-843D-8EA3-DB74DF5B1CDB}"/>
          </ac:spMkLst>
        </pc:spChg>
        <pc:spChg chg="mod">
          <ac:chgData name="Nattanun Tangpeerasit (Maths) Lap" userId="1ad6559d-3a93-42e6-9288-bf73492e1b2c" providerId="ADAL" clId="{214CD14F-CFF7-41F3-8FAD-E1DC02D8708B}" dt="2026-09-19T12:19:26.208" v="1572" actId="164"/>
          <ac:spMkLst>
            <pc:docMk/>
            <pc:sldMk cId="1419771476" sldId="259"/>
            <ac:spMk id="51" creationId="{B35A7FAA-36E6-F2DB-CFB4-3C3833965F68}"/>
          </ac:spMkLst>
        </pc:spChg>
        <pc:grpChg chg="add mod">
          <ac:chgData name="Nattanun Tangpeerasit (Maths) Lap" userId="1ad6559d-3a93-42e6-9288-bf73492e1b2c" providerId="ADAL" clId="{214CD14F-CFF7-41F3-8FAD-E1DC02D8708B}" dt="2026-09-19T12:19:26.208" v="1572" actId="164"/>
          <ac:grpSpMkLst>
            <pc:docMk/>
            <pc:sldMk cId="1419771476" sldId="259"/>
            <ac:grpSpMk id="34" creationId="{0987A02D-6884-8030-03D8-4AC65E3384E9}"/>
          </ac:grpSpMkLst>
        </pc:grpChg>
        <pc:graphicFrameChg chg="del mod modGraphic">
          <ac:chgData name="Nattanun Tangpeerasit (Maths) Lap" userId="1ad6559d-3a93-42e6-9288-bf73492e1b2c" providerId="ADAL" clId="{214CD14F-CFF7-41F3-8FAD-E1DC02D8708B}" dt="2026-09-19T12:09:37.069" v="1296" actId="478"/>
          <ac:graphicFrameMkLst>
            <pc:docMk/>
            <pc:sldMk cId="1419771476" sldId="259"/>
            <ac:graphicFrameMk id="49" creationId="{AFC82021-8136-3E8E-0613-1F5ED5CD4BB4}"/>
          </ac:graphicFrameMkLst>
        </pc:graphicFrameChg>
      </pc:sldChg>
      <pc:sldChg chg="addSp delSp modSp add del mod">
        <pc:chgData name="Nattanun Tangpeerasit (Maths) Lap" userId="1ad6559d-3a93-42e6-9288-bf73492e1b2c" providerId="ADAL" clId="{214CD14F-CFF7-41F3-8FAD-E1DC02D8708B}" dt="2026-09-19T15:46:24.334" v="2049" actId="14100"/>
        <pc:sldMkLst>
          <pc:docMk/>
          <pc:sldMk cId="2868414614" sldId="260"/>
        </pc:sldMkLst>
        <pc:spChg chg="add mod">
          <ac:chgData name="Nattanun Tangpeerasit (Maths) Lap" userId="1ad6559d-3a93-42e6-9288-bf73492e1b2c" providerId="ADAL" clId="{214CD14F-CFF7-41F3-8FAD-E1DC02D8708B}" dt="2026-09-19T15:41:46.916" v="2031" actId="1076"/>
          <ac:spMkLst>
            <pc:docMk/>
            <pc:sldMk cId="2868414614" sldId="260"/>
            <ac:spMk id="6" creationId="{120BD5A6-6A0F-3549-E464-27F9878BA785}"/>
          </ac:spMkLst>
        </pc:spChg>
        <pc:spChg chg="mod">
          <ac:chgData name="Nattanun Tangpeerasit (Maths) Lap" userId="1ad6559d-3a93-42e6-9288-bf73492e1b2c" providerId="ADAL" clId="{214CD14F-CFF7-41F3-8FAD-E1DC02D8708B}" dt="2026-09-19T12:22:31.961" v="1678" actId="20577"/>
          <ac:spMkLst>
            <pc:docMk/>
            <pc:sldMk cId="2868414614" sldId="260"/>
            <ac:spMk id="8" creationId="{838060F4-286A-B499-3D6B-004B4506918E}"/>
          </ac:spMkLst>
        </pc:spChg>
        <pc:spChg chg="mod">
          <ac:chgData name="Nattanun Tangpeerasit (Maths) Lap" userId="1ad6559d-3a93-42e6-9288-bf73492e1b2c" providerId="ADAL" clId="{214CD14F-CFF7-41F3-8FAD-E1DC02D8708B}" dt="2026-09-19T15:42:02.602" v="2032" actId="20577"/>
          <ac:spMkLst>
            <pc:docMk/>
            <pc:sldMk cId="2868414614" sldId="260"/>
            <ac:spMk id="14" creationId="{472E6D66-3BA1-849A-CE5B-90D654CA02F9}"/>
          </ac:spMkLst>
        </pc:spChg>
        <pc:spChg chg="mod">
          <ac:chgData name="Nattanun Tangpeerasit (Maths) Lap" userId="1ad6559d-3a93-42e6-9288-bf73492e1b2c" providerId="ADAL" clId="{214CD14F-CFF7-41F3-8FAD-E1DC02D8708B}" dt="2026-09-19T15:46:19.947" v="2048" actId="1036"/>
          <ac:spMkLst>
            <pc:docMk/>
            <pc:sldMk cId="2868414614" sldId="260"/>
            <ac:spMk id="51" creationId="{CBDB0710-A9BB-C44A-27D3-850335634930}"/>
          </ac:spMkLst>
        </pc:spChg>
        <pc:spChg chg="del mod">
          <ac:chgData name="Nattanun Tangpeerasit (Maths) Lap" userId="1ad6559d-3a93-42e6-9288-bf73492e1b2c" providerId="ADAL" clId="{214CD14F-CFF7-41F3-8FAD-E1DC02D8708B}" dt="2026-09-19T15:41:27.526" v="2028" actId="478"/>
          <ac:spMkLst>
            <pc:docMk/>
            <pc:sldMk cId="2868414614" sldId="260"/>
            <ac:spMk id="53" creationId="{D8F8D16A-9DFB-0A28-C7FE-AE34C30B22DA}"/>
          </ac:spMkLst>
        </pc:spChg>
        <pc:spChg chg="mod">
          <ac:chgData name="Nattanun Tangpeerasit (Maths) Lap" userId="1ad6559d-3a93-42e6-9288-bf73492e1b2c" providerId="ADAL" clId="{214CD14F-CFF7-41F3-8FAD-E1DC02D8708B}" dt="2026-09-19T15:46:24.334" v="2049" actId="14100"/>
          <ac:spMkLst>
            <pc:docMk/>
            <pc:sldMk cId="2868414614" sldId="260"/>
            <ac:spMk id="61" creationId="{C23E60F8-7629-5B13-EBCB-30DBA320795A}"/>
          </ac:spMkLst>
        </pc:spChg>
        <pc:grpChg chg="mod">
          <ac:chgData name="Nattanun Tangpeerasit (Maths) Lap" userId="1ad6559d-3a93-42e6-9288-bf73492e1b2c" providerId="ADAL" clId="{214CD14F-CFF7-41F3-8FAD-E1DC02D8708B}" dt="2026-09-19T15:46:15.721" v="2035" actId="14100"/>
          <ac:grpSpMkLst>
            <pc:docMk/>
            <pc:sldMk cId="2868414614" sldId="260"/>
            <ac:grpSpMk id="34" creationId="{0153D681-B62C-0A33-2394-573CEB2B9B5B}"/>
          </ac:grpSpMkLst>
        </pc:grpChg>
      </pc:sldChg>
      <pc:sldChg chg="new del">
        <pc:chgData name="Nattanun Tangpeerasit (Maths) Lap" userId="1ad6559d-3a93-42e6-9288-bf73492e1b2c" providerId="ADAL" clId="{214CD14F-CFF7-41F3-8FAD-E1DC02D8708B}" dt="2026-09-19T12:21:26.305" v="1583" actId="47"/>
        <pc:sldMkLst>
          <pc:docMk/>
          <pc:sldMk cId="3392766219" sldId="260"/>
        </pc:sldMkLst>
      </pc:sldChg>
      <pc:sldChg chg="addSp modSp add mod">
        <pc:chgData name="Nattanun Tangpeerasit (Maths) Lap" userId="1ad6559d-3a93-42e6-9288-bf73492e1b2c" providerId="ADAL" clId="{214CD14F-CFF7-41F3-8FAD-E1DC02D8708B}" dt="2026-09-19T15:36:00.212" v="1861" actId="20577"/>
        <pc:sldMkLst>
          <pc:docMk/>
          <pc:sldMk cId="2826221599" sldId="261"/>
        </pc:sldMkLst>
        <pc:spChg chg="add mod">
          <ac:chgData name="Nattanun Tangpeerasit (Maths) Lap" userId="1ad6559d-3a93-42e6-9288-bf73492e1b2c" providerId="ADAL" clId="{214CD14F-CFF7-41F3-8FAD-E1DC02D8708B}" dt="2026-09-19T15:33:30.535" v="1802" actId="1038"/>
          <ac:spMkLst>
            <pc:docMk/>
            <pc:sldMk cId="2826221599" sldId="261"/>
            <ac:spMk id="9" creationId="{90DD8384-ACC5-CF3E-A34D-931AA7EDB59C}"/>
          </ac:spMkLst>
        </pc:spChg>
        <pc:spChg chg="add mod">
          <ac:chgData name="Nattanun Tangpeerasit (Maths) Lap" userId="1ad6559d-3a93-42e6-9288-bf73492e1b2c" providerId="ADAL" clId="{214CD14F-CFF7-41F3-8FAD-E1DC02D8708B}" dt="2026-09-19T15:34:26.929" v="1837" actId="14100"/>
          <ac:spMkLst>
            <pc:docMk/>
            <pc:sldMk cId="2826221599" sldId="261"/>
            <ac:spMk id="11" creationId="{342AC0B7-0482-F03D-AD52-F001B1F2869A}"/>
          </ac:spMkLst>
        </pc:spChg>
        <pc:spChg chg="mod">
          <ac:chgData name="Nattanun Tangpeerasit (Maths) Lap" userId="1ad6559d-3a93-42e6-9288-bf73492e1b2c" providerId="ADAL" clId="{214CD14F-CFF7-41F3-8FAD-E1DC02D8708B}" dt="2026-09-19T15:35:47.156" v="1857"/>
          <ac:spMkLst>
            <pc:docMk/>
            <pc:sldMk cId="2826221599" sldId="261"/>
            <ac:spMk id="55" creationId="{7F9BD3DA-7D2A-D2B0-F45E-6E0A0911273D}"/>
          </ac:spMkLst>
        </pc:spChg>
        <pc:spChg chg="mod">
          <ac:chgData name="Nattanun Tangpeerasit (Maths) Lap" userId="1ad6559d-3a93-42e6-9288-bf73492e1b2c" providerId="ADAL" clId="{214CD14F-CFF7-41F3-8FAD-E1DC02D8708B}" dt="2026-09-19T15:36:00.212" v="1861" actId="20577"/>
          <ac:spMkLst>
            <pc:docMk/>
            <pc:sldMk cId="2826221599" sldId="261"/>
            <ac:spMk id="56" creationId="{3239CB31-F6F7-A452-ABF2-CDB5920B57CD}"/>
          </ac:spMkLst>
        </pc:spChg>
        <pc:spChg chg="mod">
          <ac:chgData name="Nattanun Tangpeerasit (Maths) Lap" userId="1ad6559d-3a93-42e6-9288-bf73492e1b2c" providerId="ADAL" clId="{214CD14F-CFF7-41F3-8FAD-E1DC02D8708B}" dt="2026-09-19T15:33:51.470" v="1816" actId="20577"/>
          <ac:spMkLst>
            <pc:docMk/>
            <pc:sldMk cId="2826221599" sldId="261"/>
            <ac:spMk id="60" creationId="{1C374124-E9B8-CD52-49D8-BD4D7AE49183}"/>
          </ac:spMkLst>
        </pc:spChg>
      </pc:sldChg>
      <pc:sldChg chg="addSp modSp add mod">
        <pc:chgData name="Nattanun Tangpeerasit (Maths) Lap" userId="1ad6559d-3a93-42e6-9288-bf73492e1b2c" providerId="ADAL" clId="{214CD14F-CFF7-41F3-8FAD-E1DC02D8708B}" dt="2026-09-19T15:37:11.944" v="1926" actId="1076"/>
        <pc:sldMkLst>
          <pc:docMk/>
          <pc:sldMk cId="254427066" sldId="262"/>
        </pc:sldMkLst>
        <pc:spChg chg="add mod">
          <ac:chgData name="Nattanun Tangpeerasit (Maths) Lap" userId="1ad6559d-3a93-42e6-9288-bf73492e1b2c" providerId="ADAL" clId="{214CD14F-CFF7-41F3-8FAD-E1DC02D8708B}" dt="2026-09-19T15:36:37.866" v="1889" actId="1036"/>
          <ac:spMkLst>
            <pc:docMk/>
            <pc:sldMk cId="254427066" sldId="262"/>
            <ac:spMk id="10" creationId="{0C92B85F-7BE3-2965-AAEA-B67AD5F8AB81}"/>
          </ac:spMkLst>
        </pc:spChg>
        <pc:spChg chg="add mod">
          <ac:chgData name="Nattanun Tangpeerasit (Maths) Lap" userId="1ad6559d-3a93-42e6-9288-bf73492e1b2c" providerId="ADAL" clId="{214CD14F-CFF7-41F3-8FAD-E1DC02D8708B}" dt="2026-09-19T15:36:51.426" v="1902" actId="1076"/>
          <ac:spMkLst>
            <pc:docMk/>
            <pc:sldMk cId="254427066" sldId="262"/>
            <ac:spMk id="13" creationId="{EE8BCABC-A041-F7DE-F05E-5BD8D2A699FF}"/>
          </ac:spMkLst>
        </pc:spChg>
        <pc:spChg chg="add mod">
          <ac:chgData name="Nattanun Tangpeerasit (Maths) Lap" userId="1ad6559d-3a93-42e6-9288-bf73492e1b2c" providerId="ADAL" clId="{214CD14F-CFF7-41F3-8FAD-E1DC02D8708B}" dt="2026-09-19T15:37:06.022" v="1924" actId="1076"/>
          <ac:spMkLst>
            <pc:docMk/>
            <pc:sldMk cId="254427066" sldId="262"/>
            <ac:spMk id="16" creationId="{28A11E58-CA00-8C76-9C2F-5567D54ED078}"/>
          </ac:spMkLst>
        </pc:spChg>
        <pc:spChg chg="add mod">
          <ac:chgData name="Nattanun Tangpeerasit (Maths) Lap" userId="1ad6559d-3a93-42e6-9288-bf73492e1b2c" providerId="ADAL" clId="{214CD14F-CFF7-41F3-8FAD-E1DC02D8708B}" dt="2026-09-19T15:37:11.944" v="1926" actId="1076"/>
          <ac:spMkLst>
            <pc:docMk/>
            <pc:sldMk cId="254427066" sldId="262"/>
            <ac:spMk id="18" creationId="{04A804E9-1276-3326-4B89-FB9E37376B12}"/>
          </ac:spMkLst>
        </pc:spChg>
        <pc:spChg chg="mod">
          <ac:chgData name="Nattanun Tangpeerasit (Maths) Lap" userId="1ad6559d-3a93-42e6-9288-bf73492e1b2c" providerId="ADAL" clId="{214CD14F-CFF7-41F3-8FAD-E1DC02D8708B}" dt="2026-09-19T15:36:59.269" v="1922" actId="20577"/>
          <ac:spMkLst>
            <pc:docMk/>
            <pc:sldMk cId="254427066" sldId="262"/>
            <ac:spMk id="55" creationId="{9BCBB088-495C-A33A-7E15-ECBEB0205D58}"/>
          </ac:spMkLst>
        </pc:spChg>
      </pc:sldChg>
      <pc:sldChg chg="addSp delSp modSp add mod">
        <pc:chgData name="Nattanun Tangpeerasit (Maths) Lap" userId="1ad6559d-3a93-42e6-9288-bf73492e1b2c" providerId="ADAL" clId="{214CD14F-CFF7-41F3-8FAD-E1DC02D8708B}" dt="2026-09-19T15:40:54.327" v="2013" actId="22"/>
        <pc:sldMkLst>
          <pc:docMk/>
          <pc:sldMk cId="2934883131" sldId="263"/>
        </pc:sldMkLst>
        <pc:spChg chg="del">
          <ac:chgData name="Nattanun Tangpeerasit (Maths) Lap" userId="1ad6559d-3a93-42e6-9288-bf73492e1b2c" providerId="ADAL" clId="{214CD14F-CFF7-41F3-8FAD-E1DC02D8708B}" dt="2026-09-19T15:40:54.024" v="2012" actId="478"/>
          <ac:spMkLst>
            <pc:docMk/>
            <pc:sldMk cId="2934883131" sldId="263"/>
            <ac:spMk id="8" creationId="{7A7CA930-11EB-D70D-2D78-ABE396E0959D}"/>
          </ac:spMkLst>
        </pc:spChg>
        <pc:spChg chg="mod">
          <ac:chgData name="Nattanun Tangpeerasit (Maths) Lap" userId="1ad6559d-3a93-42e6-9288-bf73492e1b2c" providerId="ADAL" clId="{214CD14F-CFF7-41F3-8FAD-E1DC02D8708B}" dt="2026-09-19T15:37:57.256" v="1931" actId="164"/>
          <ac:spMkLst>
            <pc:docMk/>
            <pc:sldMk cId="2934883131" sldId="263"/>
            <ac:spMk id="10" creationId="{93F31E02-00EB-111A-483F-61C9B0016EB8}"/>
          </ac:spMkLst>
        </pc:spChg>
        <pc:spChg chg="mod">
          <ac:chgData name="Nattanun Tangpeerasit (Maths) Lap" userId="1ad6559d-3a93-42e6-9288-bf73492e1b2c" providerId="ADAL" clId="{214CD14F-CFF7-41F3-8FAD-E1DC02D8708B}" dt="2026-09-19T15:37:57.256" v="1931" actId="164"/>
          <ac:spMkLst>
            <pc:docMk/>
            <pc:sldMk cId="2934883131" sldId="263"/>
            <ac:spMk id="13" creationId="{17FD690F-2C7B-D887-A087-274F21B1B202}"/>
          </ac:spMkLst>
        </pc:spChg>
        <pc:spChg chg="add mod">
          <ac:chgData name="Nattanun Tangpeerasit (Maths) Lap" userId="1ad6559d-3a93-42e6-9288-bf73492e1b2c" providerId="ADAL" clId="{214CD14F-CFF7-41F3-8FAD-E1DC02D8708B}" dt="2026-09-19T15:38:55.454" v="1965" actId="1076"/>
          <ac:spMkLst>
            <pc:docMk/>
            <pc:sldMk cId="2934883131" sldId="263"/>
            <ac:spMk id="14" creationId="{B537067A-B121-2691-ABA6-D45E64468067}"/>
          </ac:spMkLst>
        </pc:spChg>
        <pc:spChg chg="mod">
          <ac:chgData name="Nattanun Tangpeerasit (Maths) Lap" userId="1ad6559d-3a93-42e6-9288-bf73492e1b2c" providerId="ADAL" clId="{214CD14F-CFF7-41F3-8FAD-E1DC02D8708B}" dt="2026-09-19T15:37:57.256" v="1931" actId="164"/>
          <ac:spMkLst>
            <pc:docMk/>
            <pc:sldMk cId="2934883131" sldId="263"/>
            <ac:spMk id="16" creationId="{E932F553-D437-DA36-7142-B58AA2BD3A56}"/>
          </ac:spMkLst>
        </pc:spChg>
        <pc:spChg chg="mod">
          <ac:chgData name="Nattanun Tangpeerasit (Maths) Lap" userId="1ad6559d-3a93-42e6-9288-bf73492e1b2c" providerId="ADAL" clId="{214CD14F-CFF7-41F3-8FAD-E1DC02D8708B}" dt="2026-09-19T15:37:57.256" v="1931" actId="164"/>
          <ac:spMkLst>
            <pc:docMk/>
            <pc:sldMk cId="2934883131" sldId="263"/>
            <ac:spMk id="18" creationId="{1FD52DCA-706E-9E37-C665-9F3A74EC538A}"/>
          </ac:spMkLst>
        </pc:spChg>
        <pc:spChg chg="add mod">
          <ac:chgData name="Nattanun Tangpeerasit (Maths) Lap" userId="1ad6559d-3a93-42e6-9288-bf73492e1b2c" providerId="ADAL" clId="{214CD14F-CFF7-41F3-8FAD-E1DC02D8708B}" dt="2026-09-19T15:40:34.890" v="2011" actId="1076"/>
          <ac:spMkLst>
            <pc:docMk/>
            <pc:sldMk cId="2934883131" sldId="263"/>
            <ac:spMk id="19" creationId="{DDD92502-A97C-F3AD-1919-1D9BCB781BAD}"/>
          </ac:spMkLst>
        </pc:spChg>
        <pc:spChg chg="add">
          <ac:chgData name="Nattanun Tangpeerasit (Maths) Lap" userId="1ad6559d-3a93-42e6-9288-bf73492e1b2c" providerId="ADAL" clId="{214CD14F-CFF7-41F3-8FAD-E1DC02D8708B}" dt="2026-09-19T15:40:54.327" v="2013" actId="22"/>
          <ac:spMkLst>
            <pc:docMk/>
            <pc:sldMk cId="2934883131" sldId="263"/>
            <ac:spMk id="21" creationId="{EA31D591-5937-7860-7125-3D2E8A6C0421}"/>
          </ac:spMkLst>
        </pc:spChg>
        <pc:spChg chg="del">
          <ac:chgData name="Nattanun Tangpeerasit (Maths) Lap" userId="1ad6559d-3a93-42e6-9288-bf73492e1b2c" providerId="ADAL" clId="{214CD14F-CFF7-41F3-8FAD-E1DC02D8708B}" dt="2026-09-19T15:38:38.300" v="1962" actId="478"/>
          <ac:spMkLst>
            <pc:docMk/>
            <pc:sldMk cId="2934883131" sldId="263"/>
            <ac:spMk id="53" creationId="{C8AC663A-D487-C089-7827-A0B33779D029}"/>
          </ac:spMkLst>
        </pc:spChg>
        <pc:spChg chg="mod">
          <ac:chgData name="Nattanun Tangpeerasit (Maths) Lap" userId="1ad6559d-3a93-42e6-9288-bf73492e1b2c" providerId="ADAL" clId="{214CD14F-CFF7-41F3-8FAD-E1DC02D8708B}" dt="2026-09-19T15:40:15.562" v="2006" actId="255"/>
          <ac:spMkLst>
            <pc:docMk/>
            <pc:sldMk cId="2934883131" sldId="263"/>
            <ac:spMk id="55" creationId="{08762EF0-B665-3E86-4B9A-99F7378855E2}"/>
          </ac:spMkLst>
        </pc:spChg>
        <pc:spChg chg="mod">
          <ac:chgData name="Nattanun Tangpeerasit (Maths) Lap" userId="1ad6559d-3a93-42e6-9288-bf73492e1b2c" providerId="ADAL" clId="{214CD14F-CFF7-41F3-8FAD-E1DC02D8708B}" dt="2026-09-19T15:39:26.041" v="1969" actId="1076"/>
          <ac:spMkLst>
            <pc:docMk/>
            <pc:sldMk cId="2934883131" sldId="263"/>
            <ac:spMk id="56" creationId="{59E9A391-741B-B3D7-D334-E33FDCFFCC3A}"/>
          </ac:spMkLst>
        </pc:spChg>
        <pc:spChg chg="ord">
          <ac:chgData name="Nattanun Tangpeerasit (Maths) Lap" userId="1ad6559d-3a93-42e6-9288-bf73492e1b2c" providerId="ADAL" clId="{214CD14F-CFF7-41F3-8FAD-E1DC02D8708B}" dt="2026-09-19T15:38:33.239" v="1961" actId="167"/>
          <ac:spMkLst>
            <pc:docMk/>
            <pc:sldMk cId="2934883131" sldId="263"/>
            <ac:spMk id="61" creationId="{FC7A8FC3-677F-5F10-AF19-B30A7ED2E29D}"/>
          </ac:spMkLst>
        </pc:spChg>
        <pc:grpChg chg="add mod">
          <ac:chgData name="Nattanun Tangpeerasit (Maths) Lap" userId="1ad6559d-3a93-42e6-9288-bf73492e1b2c" providerId="ADAL" clId="{214CD14F-CFF7-41F3-8FAD-E1DC02D8708B}" dt="2026-09-19T15:38:01.187" v="1957" actId="1036"/>
          <ac:grpSpMkLst>
            <pc:docMk/>
            <pc:sldMk cId="2934883131" sldId="263"/>
            <ac:grpSpMk id="3" creationId="{D757D201-A77A-3386-0BD6-08E298868CFA}"/>
          </ac:grpSpMkLst>
        </pc:grpChg>
        <pc:grpChg chg="mod">
          <ac:chgData name="Nattanun Tangpeerasit (Maths) Lap" userId="1ad6559d-3a93-42e6-9288-bf73492e1b2c" providerId="ADAL" clId="{214CD14F-CFF7-41F3-8FAD-E1DC02D8708B}" dt="2026-09-19T15:39:23.020" v="1968" actId="14100"/>
          <ac:grpSpMkLst>
            <pc:docMk/>
            <pc:sldMk cId="2934883131" sldId="263"/>
            <ac:grpSpMk id="54" creationId="{CC4E93DE-B29E-2C63-5E81-B211508FD60C}"/>
          </ac:grpSpMkLst>
        </pc:grpChg>
      </pc:sldChg>
      <pc:sldChg chg="addSp delSp modSp new mod">
        <pc:chgData name="Nattanun Tangpeerasit (Maths) Lap" userId="1ad6559d-3a93-42e6-9288-bf73492e1b2c" providerId="ADAL" clId="{214CD14F-CFF7-41F3-8FAD-E1DC02D8708B}" dt="2026-09-19T17:08:40.670" v="2065" actId="1076"/>
        <pc:sldMkLst>
          <pc:docMk/>
          <pc:sldMk cId="1434785642" sldId="264"/>
        </pc:sldMkLst>
        <pc:spChg chg="del">
          <ac:chgData name="Nattanun Tangpeerasit (Maths) Lap" userId="1ad6559d-3a93-42e6-9288-bf73492e1b2c" providerId="ADAL" clId="{214CD14F-CFF7-41F3-8FAD-E1DC02D8708B}" dt="2026-09-19T17:00:07.096" v="2053" actId="478"/>
          <ac:spMkLst>
            <pc:docMk/>
            <pc:sldMk cId="1434785642" sldId="264"/>
            <ac:spMk id="2" creationId="{7CA914F5-EC47-0F4E-2869-7D7862324E53}"/>
          </ac:spMkLst>
        </pc:spChg>
        <pc:spChg chg="del">
          <ac:chgData name="Nattanun Tangpeerasit (Maths) Lap" userId="1ad6559d-3a93-42e6-9288-bf73492e1b2c" providerId="ADAL" clId="{214CD14F-CFF7-41F3-8FAD-E1DC02D8708B}" dt="2026-09-19T17:00:05.873" v="2052" actId="478"/>
          <ac:spMkLst>
            <pc:docMk/>
            <pc:sldMk cId="1434785642" sldId="264"/>
            <ac:spMk id="3" creationId="{297ABE70-DCCE-EAAA-6333-3735A987E3D0}"/>
          </ac:spMkLst>
        </pc:spChg>
        <pc:spChg chg="add mod">
          <ac:chgData name="Nattanun Tangpeerasit (Maths) Lap" userId="1ad6559d-3a93-42e6-9288-bf73492e1b2c" providerId="ADAL" clId="{214CD14F-CFF7-41F3-8FAD-E1DC02D8708B}" dt="2026-09-19T17:00:29.801" v="2061" actId="14100"/>
          <ac:spMkLst>
            <pc:docMk/>
            <pc:sldMk cId="1434785642" sldId="264"/>
            <ac:spMk id="7" creationId="{DB41E88E-46F1-1A30-DE9D-47B0684ABEAE}"/>
          </ac:spMkLst>
        </pc:spChg>
        <pc:picChg chg="add del">
          <ac:chgData name="Nattanun Tangpeerasit (Maths) Lap" userId="1ad6559d-3a93-42e6-9288-bf73492e1b2c" providerId="ADAL" clId="{214CD14F-CFF7-41F3-8FAD-E1DC02D8708B}" dt="2026-09-19T17:08:37.128" v="2064" actId="478"/>
          <ac:picMkLst>
            <pc:docMk/>
            <pc:sldMk cId="1434785642" sldId="264"/>
            <ac:picMk id="5" creationId="{2A729374-214B-1D98-425E-D2D57ABA915C}"/>
          </ac:picMkLst>
        </pc:picChg>
        <pc:picChg chg="add mod">
          <ac:chgData name="Nattanun Tangpeerasit (Maths) Lap" userId="1ad6559d-3a93-42e6-9288-bf73492e1b2c" providerId="ADAL" clId="{214CD14F-CFF7-41F3-8FAD-E1DC02D8708B}" dt="2026-09-19T17:08:40.670" v="2065" actId="1076"/>
          <ac:picMkLst>
            <pc:docMk/>
            <pc:sldMk cId="1434785642" sldId="264"/>
            <ac:picMk id="9" creationId="{78CE5154-91C9-160D-DA16-75FA871EEA48}"/>
          </ac:picMkLst>
        </pc:picChg>
      </pc:sldChg>
      <pc:sldChg chg="add del">
        <pc:chgData name="Nattanun Tangpeerasit (Maths) Lap" userId="1ad6559d-3a93-42e6-9288-bf73492e1b2c" providerId="ADAL" clId="{214CD14F-CFF7-41F3-8FAD-E1DC02D8708B}" dt="2026-09-19T15:37:33.714" v="1929"/>
        <pc:sldMkLst>
          <pc:docMk/>
          <pc:sldMk cId="3099090883" sldId="264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3E22C0-E581-DF04-D28E-70DEE0A86F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81E2BE-A5A0-5AF7-ABB7-D865963D53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48CC62-3ACD-EADE-355C-1B38EF748B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C70E4-2DC6-E1D8-66E0-52771D0135D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A50BE0D-391E-2FA4-52C4-0499EC90AE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19255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266288-299E-09FC-FDE8-5B47CD7A122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AD72102-3565-FF26-1210-0EB57BBE72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2C2C389-EC9C-A0EC-147B-EF13C255236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9F8E69-7E15-50F3-2A84-F1F007798B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5BBE243-E036-7606-CB8B-D5B8345115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991481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5CEE8E-0C1A-4830-AC99-F45241DC1F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5C1140D-2FE9-02F6-50D1-2479C08ED68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6911EC-7F43-D5FD-300C-3B936951D3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4B7FB3-0179-71E6-9EBE-29D9270DA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9E8941-BC90-866E-0518-003B06D6C1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2807306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252A46-1486-99C3-12B3-CF46C66368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14D219B-8002-E541-C3F2-8A5AA28894F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D746D6-C532-2FF8-A74D-A9EFF486130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B8F69B-0FC7-69EB-EEF4-F50459A1850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8D0295-FF63-A073-9D68-8F311F84D6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53746D-F7FA-3A95-E091-94F8D46B0A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18773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B5D027-F46B-A0B2-6228-1CA9F52D4D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9D5844-D85A-14BA-AB0D-1B2B2DD94D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373A88D-4500-6DF1-6E79-FA93AEB47EF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908E474-6EC4-FE92-2495-8A195BF6775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C426916-8EB5-6497-2C7F-902C58DCC7E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C3A2CCE6-7D9F-07EA-BA74-19A4A37B9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77E8903-0F6E-1339-5D98-A8444EA27A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D02AE9-1BDF-D833-0CC9-5BE0E65B0C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308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896C63-E980-5747-20AB-A0AF1CE0A2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AB44639-F855-C72D-D831-EDB5B29C15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4A34047-CE08-7B23-31A9-DE3A175579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D467E21-3D66-937F-DA31-2ADB8E56FDE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5309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57B500C-622B-26CB-22BD-72881B2F37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8A29972-5522-B0E4-7F3C-D92BF9EE85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CC5299B-37FF-D126-91BE-40169D4BF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0840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874A5B-E742-C7D9-33ED-841204B0C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BE1116-18AC-B3CD-439F-5D7DEB60F1A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85A2106-082F-A1C4-DE05-1A23C2DA53B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AFD1C8-26B8-6FCD-6206-1F45616A5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E78CE9-52A1-9A60-362F-ECBC972401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138711-621D-2DB0-282A-25E9BEEDDE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49863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8A3A4FE-32B1-D3D9-005B-19181B371E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EB05E03-FF07-3C6A-FEE2-6C8C54F5615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793AC8-E082-C54B-955A-A3EC54080A1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0A60829-84BB-FC39-DE91-7660EA0C9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220971-8823-46EF-8DFA-B695E07CF7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4062AAC-75C3-C2B9-3319-982470A5CC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258841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0983FA-98C0-099D-30EB-923F9677D5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A34ADB0-C836-D6E7-C200-3AC2F339AD2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F9B8B97-FBAD-D6BA-ADCE-F180218D96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A847BF-DA17-D79D-AE51-9E3ED2A01D4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C488DE8-C46F-CAD0-E8A4-BA7D31143C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824557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B2319CF-8848-0628-8C83-29365459A8E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5CBDE77-6139-1A6F-2C58-19FC87A78F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4AE3BD4-1E3E-9E35-E3F2-AE14A08C95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EEB675-42B4-1AAB-392E-7BA201FF84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D284A5D-30CF-554F-2BCA-DD127E908B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978104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D3B9A0E-6A4E-29DA-FA07-DB73565964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9D732AD-BC23-E438-BE6D-C71D25DD632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C3A8BF2-7BB1-134C-F322-9647FE9C435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28AA69-ACB7-499F-9AA9-F80A27BE20B5}" type="datetimeFigureOut">
              <a:rPr lang="en-US" smtClean="0"/>
              <a:t>19/09/2026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56FF6D0-12D4-A681-AB23-558AC5D501F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05C65CC-5305-87D7-6FCD-7BECCFC2401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6E3075D-40DA-431C-A107-3EFA39204F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21556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7" Type="http://schemas.openxmlformats.org/officeDocument/2006/relationships/image" Target="../media/image5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7" Type="http://schemas.openxmlformats.org/officeDocument/2006/relationships/image" Target="../media/image7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7" Type="http://schemas.openxmlformats.org/officeDocument/2006/relationships/image" Target="../media/image8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0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0.png"/><Relationship Id="rId4" Type="http://schemas.openxmlformats.org/officeDocument/2006/relationships/image" Target="../media/image11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CB54C833-D9F7-EA75-50E0-4E7DD5E4F16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80D6FFF-9507-1073-6FCE-FC99BD19C05F}"/>
              </a:ext>
            </a:extLst>
          </p:cNvPr>
          <p:cNvSpPr/>
          <p:nvPr/>
        </p:nvSpPr>
        <p:spPr>
          <a:xfrm>
            <a:off x="102700" y="1685677"/>
            <a:ext cx="3013544" cy="4921855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8383BB9-33DC-9DC2-9877-99F26F0F2860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สับเซตและพาวเวอร์เซต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78EC6565-9FD7-5813-5C7C-CA29E262E8CB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CF14F115-53D0-96F2-2A22-D1EEFC8CF7EF}"/>
              </a:ext>
            </a:extLst>
          </p:cNvPr>
          <p:cNvGrpSpPr/>
          <p:nvPr/>
        </p:nvGrpSpPr>
        <p:grpSpPr>
          <a:xfrm>
            <a:off x="360137" y="4536744"/>
            <a:ext cx="2600077" cy="1210950"/>
            <a:chOff x="349857" y="3528265"/>
            <a:chExt cx="2600077" cy="12109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55C6674-9F4A-F18B-88A6-F1E80D48240E}"/>
                </a:ext>
              </a:extLst>
            </p:cNvPr>
            <p:cNvSpPr txBox="1"/>
            <p:nvPr/>
          </p:nvSpPr>
          <p:spPr>
            <a:xfrm>
              <a:off x="724889" y="3528265"/>
              <a:ext cx="1724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5BB35A5C-9798-18F9-B723-0772B61024BF}"/>
                </a:ext>
              </a:extLst>
            </p:cNvPr>
            <p:cNvGrpSpPr/>
            <p:nvPr/>
          </p:nvGrpSpPr>
          <p:grpSpPr>
            <a:xfrm>
              <a:off x="349857" y="3961738"/>
              <a:ext cx="2600077" cy="777477"/>
              <a:chOff x="349857" y="3429000"/>
              <a:chExt cx="2600077" cy="777477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D5D9C095-415F-926B-28B5-4C3BA8E85F98}"/>
                  </a:ext>
                </a:extLst>
              </p:cNvPr>
              <p:cNvSpPr/>
              <p:nvPr/>
            </p:nvSpPr>
            <p:spPr>
              <a:xfrm>
                <a:off x="349857" y="3429000"/>
                <a:ext cx="2600077" cy="777477"/>
              </a:xfrm>
              <a:prstGeom prst="roundRect">
                <a:avLst>
                  <a:gd name="adj" fmla="val 702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3A635535-BDD0-A572-3E01-D3E6175FE952}"/>
                      </a:ext>
                    </a:extLst>
                  </p:cNvPr>
                  <p:cNvSpPr/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3A635535-BDD0-A572-3E01-D3E6175FE9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160CC394-6527-EDA7-62E4-EDD34852BD4A}"/>
                  </a:ext>
                </a:extLst>
              </p:cNvPr>
              <p:cNvSpPr/>
              <p:nvPr/>
            </p:nvSpPr>
            <p:spPr>
              <a:xfrm>
                <a:off x="1012458" y="3619346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418BFE1E-648B-18C5-858A-E270FB73B9F5}"/>
                  </a:ext>
                </a:extLst>
              </p:cNvPr>
              <p:cNvSpPr/>
              <p:nvPr/>
            </p:nvSpPr>
            <p:spPr>
              <a:xfrm>
                <a:off x="1497491" y="3619344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A41E4B8F-1854-2B44-22C5-6C1F59F1FEE3}"/>
                  </a:ext>
                </a:extLst>
              </p:cNvPr>
              <p:cNvSpPr/>
              <p:nvPr/>
            </p:nvSpPr>
            <p:spPr>
              <a:xfrm>
                <a:off x="1974568" y="3622535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3DDFA9E2-9E2E-B529-D742-5E1E73703382}"/>
                  </a:ext>
                </a:extLst>
              </p:cNvPr>
              <p:cNvSpPr/>
              <p:nvPr/>
            </p:nvSpPr>
            <p:spPr>
              <a:xfrm>
                <a:off x="2416654" y="3622531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316480A6-31E4-AC23-DDD8-686737BE14CB}"/>
              </a:ext>
            </a:extLst>
          </p:cNvPr>
          <p:cNvSpPr/>
          <p:nvPr/>
        </p:nvSpPr>
        <p:spPr>
          <a:xfrm>
            <a:off x="384642" y="5937222"/>
            <a:ext cx="148888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B9AF0FA-6DF0-7E33-611B-B691F819661E}"/>
                  </a:ext>
                </a:extLst>
              </p:cNvPr>
              <p:cNvSpPr/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B9AF0FA-6DF0-7E33-611B-B691F81966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5AAAE95-AB1E-DBC5-8B35-FD680694BEBB}"/>
              </a:ext>
            </a:extLst>
          </p:cNvPr>
          <p:cNvSpPr/>
          <p:nvPr/>
        </p:nvSpPr>
        <p:spPr>
          <a:xfrm>
            <a:off x="102700" y="645229"/>
            <a:ext cx="11986600" cy="927991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E99919-B2FE-F05B-83F9-B4E4497BF090}"/>
                  </a:ext>
                </a:extLst>
              </p:cNvPr>
              <p:cNvSpPr txBox="1"/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นิยาม สับเซต</a:t>
                </a:r>
              </a:p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เป็นสับเซตของเซต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ก็ต่อเมื่อ สมาชิกทุกตัวของเซต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เป็นสมาชิกของเซต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เขียนแทนด้วย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⊆</m:t>
                    </m:r>
                  </m:oMath>
                </a14:m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B</a:t>
                </a:r>
                <a:endParaRPr lang="th-TH" sz="28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E99919-B2FE-F05B-83F9-B4E4497BF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blipFill>
                <a:blip r:embed="rId5"/>
                <a:stretch>
                  <a:fillRect l="-1080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A2478E6A-3B81-4AC0-7D9C-DC273ED8098C}"/>
              </a:ext>
            </a:extLst>
          </p:cNvPr>
          <p:cNvGrpSpPr/>
          <p:nvPr/>
        </p:nvGrpSpPr>
        <p:grpSpPr>
          <a:xfrm>
            <a:off x="349856" y="3183963"/>
            <a:ext cx="2530339" cy="1327994"/>
            <a:chOff x="359129" y="2119997"/>
            <a:chExt cx="2530339" cy="13279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2957EBD1-434E-8246-B662-9B2CFAB7BB5A}"/>
                </a:ext>
              </a:extLst>
            </p:cNvPr>
            <p:cNvSpPr txBox="1"/>
            <p:nvPr/>
          </p:nvSpPr>
          <p:spPr>
            <a:xfrm>
              <a:off x="707662" y="2119997"/>
              <a:ext cx="1844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รูปแบบของสมาชิก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9D6BA9B5-9FB8-2BE7-94CB-5EB698D5FB50}"/>
                </a:ext>
              </a:extLst>
            </p:cNvPr>
            <p:cNvSpPr/>
            <p:nvPr/>
          </p:nvSpPr>
          <p:spPr>
            <a:xfrm>
              <a:off x="359129" y="2590752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42B6188-06EE-774B-E94A-0199CABCB944}"/>
                </a:ext>
              </a:extLst>
            </p:cNvPr>
            <p:cNvSpPr/>
            <p:nvPr/>
          </p:nvSpPr>
          <p:spPr>
            <a:xfrm>
              <a:off x="1741828" y="2603830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D014E94F-90B2-3985-7909-1E5A127C2D42}"/>
                </a:ext>
              </a:extLst>
            </p:cNvPr>
            <p:cNvSpPr/>
            <p:nvPr/>
          </p:nvSpPr>
          <p:spPr>
            <a:xfrm>
              <a:off x="359129" y="3081904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E86D4BD5-0B8E-35EE-8ABC-38F8D347E814}"/>
                </a:ext>
              </a:extLst>
            </p:cNvPr>
            <p:cNvSpPr/>
            <p:nvPr/>
          </p:nvSpPr>
          <p:spPr>
            <a:xfrm>
              <a:off x="1751106" y="3082231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{}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DF92CE10-F26F-01DC-6CFD-E50C5CA09729}"/>
              </a:ext>
            </a:extLst>
          </p:cNvPr>
          <p:cNvSpPr txBox="1"/>
          <p:nvPr/>
        </p:nvSpPr>
        <p:spPr>
          <a:xfrm>
            <a:off x="188877" y="1913921"/>
            <a:ext cx="2922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เลือกรูปแบบสมาชิกและสมาชิก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แล้วกดปุ่มเพิ่มเพื่อสร้างเซต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(เลือกสมาชิกได้สูงสุด 4 ตัว)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FA18E97-5EDD-4CDE-1AA1-D8AA2D0719DC}"/>
              </a:ext>
            </a:extLst>
          </p:cNvPr>
          <p:cNvSpPr/>
          <p:nvPr/>
        </p:nvSpPr>
        <p:spPr>
          <a:xfrm>
            <a:off x="1955655" y="5937221"/>
            <a:ext cx="1004560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เพิ่ม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5D10B50-D1CB-167F-CF0E-BB7E66239075}"/>
              </a:ext>
            </a:extLst>
          </p:cNvPr>
          <p:cNvSpPr/>
          <p:nvPr/>
        </p:nvSpPr>
        <p:spPr>
          <a:xfrm>
            <a:off x="3538983" y="4369238"/>
            <a:ext cx="174277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</a:rPr>
              <a:t>พาวเวอร์เซต </a:t>
            </a:r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D5602AC-C186-2068-AC93-D17E2E18A6E4}"/>
              </a:ext>
            </a:extLst>
          </p:cNvPr>
          <p:cNvGrpSpPr/>
          <p:nvPr/>
        </p:nvGrpSpPr>
        <p:grpSpPr>
          <a:xfrm>
            <a:off x="3458432" y="2014748"/>
            <a:ext cx="8455993" cy="2585323"/>
            <a:chOff x="3458432" y="2014748"/>
            <a:chExt cx="8455993" cy="25853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51EC65B-7937-0451-8BE4-F391B74EDCD7}"/>
                    </a:ext>
                  </a:extLst>
                </p:cNvPr>
                <p:cNvSpPr txBox="1"/>
                <p:nvPr/>
              </p:nvSpPr>
              <p:spPr>
                <a:xfrm>
                  <a:off x="3458432" y="2014748"/>
                  <a:ext cx="8455993" cy="2585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=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endParaRPr lang="en-US" sz="2000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สับเซตทั้งหมดของของ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endParaRPr lang="en-US" sz="2000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51EC65B-7937-0451-8BE4-F391B74EDCD7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2014748"/>
                  <a:ext cx="8455993" cy="2585323"/>
                </a:xfrm>
                <a:prstGeom prst="rect">
                  <a:avLst/>
                </a:prstGeom>
                <a:blipFill>
                  <a:blip r:embed="rId6"/>
                  <a:stretch>
                    <a:fillRect l="-1081" t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B32BAFB-EC7A-E86F-EED9-B9316500B384}"/>
                    </a:ext>
                  </a:extLst>
                </p:cNvPr>
                <p:cNvSpPr txBox="1"/>
                <p:nvPr/>
              </p:nvSpPr>
              <p:spPr>
                <a:xfrm>
                  <a:off x="3458432" y="3858750"/>
                  <a:ext cx="6106600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จำนวนสับเซตทั้งหมดของ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เท่ากับ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𝟎</m:t>
                          </m:r>
                        </m:sup>
                      </m:sSup>
                    </m:oMath>
                  </a14:m>
                  <a:r>
                    <a:rPr lang="en-US" sz="16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 =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1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เซต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FB32BAFB-EC7A-E86F-EED9-B9316500B38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3858750"/>
                  <a:ext cx="6106600" cy="470000"/>
                </a:xfrm>
                <a:prstGeom prst="rect">
                  <a:avLst/>
                </a:prstGeom>
                <a:blipFill>
                  <a:blip r:embed="rId7"/>
                  <a:stretch>
                    <a:fillRect l="-149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60314F7B-1773-0839-FE10-A96959A07B01}"/>
              </a:ext>
            </a:extLst>
          </p:cNvPr>
          <p:cNvSpPr/>
          <p:nvPr/>
        </p:nvSpPr>
        <p:spPr>
          <a:xfrm>
            <a:off x="10207152" y="1913921"/>
            <a:ext cx="1456129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สร้างสับเซต</a:t>
            </a:r>
            <a:endParaRPr lang="en-US" sz="2400" b="1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807223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7E4D44-507D-C188-8268-FA6279792C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05DA07-EE73-8874-252E-08AE50662A27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414AC1B-FECA-40FD-5779-FC4CDD6555BB}"/>
              </a:ext>
            </a:extLst>
          </p:cNvPr>
          <p:cNvSpPr/>
          <p:nvPr/>
        </p:nvSpPr>
        <p:spPr>
          <a:xfrm>
            <a:off x="102700" y="1685677"/>
            <a:ext cx="3013544" cy="4921855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7B9E5F03-BC25-FF90-F884-9E7E1DEA01EC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สับเซตและพาวเวอร์เซต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972DDB0C-EE9E-545A-271D-F3EC5D3F8C2F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850D77F4-4B2F-BC45-836F-E36C5112C086}"/>
              </a:ext>
            </a:extLst>
          </p:cNvPr>
          <p:cNvGrpSpPr/>
          <p:nvPr/>
        </p:nvGrpSpPr>
        <p:grpSpPr>
          <a:xfrm>
            <a:off x="360137" y="4536744"/>
            <a:ext cx="2600077" cy="1210950"/>
            <a:chOff x="349857" y="3528265"/>
            <a:chExt cx="2600077" cy="12109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546BFC6-063C-75AF-8960-A13B67611BBC}"/>
                </a:ext>
              </a:extLst>
            </p:cNvPr>
            <p:cNvSpPr txBox="1"/>
            <p:nvPr/>
          </p:nvSpPr>
          <p:spPr>
            <a:xfrm>
              <a:off x="724889" y="3528265"/>
              <a:ext cx="1724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439AB85-45E6-1FC2-8F1D-CD9D5F09797D}"/>
                </a:ext>
              </a:extLst>
            </p:cNvPr>
            <p:cNvGrpSpPr/>
            <p:nvPr/>
          </p:nvGrpSpPr>
          <p:grpSpPr>
            <a:xfrm>
              <a:off x="349857" y="3961738"/>
              <a:ext cx="2600077" cy="777477"/>
              <a:chOff x="349857" y="3429000"/>
              <a:chExt cx="2600077" cy="777477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C764BFDC-0433-F833-65D1-FBD0A14502DD}"/>
                  </a:ext>
                </a:extLst>
              </p:cNvPr>
              <p:cNvSpPr/>
              <p:nvPr/>
            </p:nvSpPr>
            <p:spPr>
              <a:xfrm>
                <a:off x="349857" y="3429000"/>
                <a:ext cx="2600077" cy="777477"/>
              </a:xfrm>
              <a:prstGeom prst="roundRect">
                <a:avLst>
                  <a:gd name="adj" fmla="val 702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43D63D15-ACAD-0CBE-B978-B35862CDFABE}"/>
                      </a:ext>
                    </a:extLst>
                  </p:cNvPr>
                  <p:cNvSpPr/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3A635535-BDD0-A572-3E01-D3E6175FE9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0B5A1B73-A8DE-40E2-9507-964EC432C3CC}"/>
                  </a:ext>
                </a:extLst>
              </p:cNvPr>
              <p:cNvSpPr/>
              <p:nvPr/>
            </p:nvSpPr>
            <p:spPr>
              <a:xfrm>
                <a:off x="1012458" y="3619346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F713C7BB-3B0A-416F-DD97-66B41B7158C2}"/>
                  </a:ext>
                </a:extLst>
              </p:cNvPr>
              <p:cNvSpPr/>
              <p:nvPr/>
            </p:nvSpPr>
            <p:spPr>
              <a:xfrm>
                <a:off x="1497491" y="3619344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0E8832AB-71B7-6871-3888-8D4AC9AC1578}"/>
                  </a:ext>
                </a:extLst>
              </p:cNvPr>
              <p:cNvSpPr/>
              <p:nvPr/>
            </p:nvSpPr>
            <p:spPr>
              <a:xfrm>
                <a:off x="1974568" y="3622535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5AB43547-42C1-474F-0096-F1762CC22265}"/>
                  </a:ext>
                </a:extLst>
              </p:cNvPr>
              <p:cNvSpPr/>
              <p:nvPr/>
            </p:nvSpPr>
            <p:spPr>
              <a:xfrm>
                <a:off x="2416654" y="3622531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C374124-E9B8-CD52-49D8-BD4D7AE49183}"/>
              </a:ext>
            </a:extLst>
          </p:cNvPr>
          <p:cNvSpPr/>
          <p:nvPr/>
        </p:nvSpPr>
        <p:spPr>
          <a:xfrm>
            <a:off x="384642" y="5937222"/>
            <a:ext cx="148888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FAC1964F-F4D4-5DEE-A4E1-2174F9854774}"/>
                  </a:ext>
                </a:extLst>
              </p:cNvPr>
              <p:cNvSpPr/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B9AF0FA-6DF0-7E33-611B-B691F81966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523C545B-C24F-B246-9E01-664AE6508DB0}"/>
              </a:ext>
            </a:extLst>
          </p:cNvPr>
          <p:cNvSpPr/>
          <p:nvPr/>
        </p:nvSpPr>
        <p:spPr>
          <a:xfrm>
            <a:off x="102700" y="645229"/>
            <a:ext cx="11986600" cy="927991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33F11BBB-9AC3-FD9F-456E-9CCFEA98AE57}"/>
                  </a:ext>
                </a:extLst>
              </p:cNvPr>
              <p:cNvSpPr txBox="1"/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นิยาม สับเซต</a:t>
                </a:r>
              </a:p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เป็นสับเซตของเซต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ก็ต่อเมื่อ สมาชิกทุกตัวของเซต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เป็นสมาชิกของเซต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เขียนแทนด้วย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⊆</m:t>
                    </m:r>
                  </m:oMath>
                </a14:m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B</a:t>
                </a:r>
                <a:endParaRPr lang="th-TH" sz="28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E99919-B2FE-F05B-83F9-B4E4497BF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blipFill>
                <a:blip r:embed="rId5"/>
                <a:stretch>
                  <a:fillRect l="-1080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F299D761-A6FF-741B-DB50-0DAE84586B02}"/>
              </a:ext>
            </a:extLst>
          </p:cNvPr>
          <p:cNvGrpSpPr/>
          <p:nvPr/>
        </p:nvGrpSpPr>
        <p:grpSpPr>
          <a:xfrm>
            <a:off x="349856" y="3183963"/>
            <a:ext cx="2530339" cy="1327994"/>
            <a:chOff x="359129" y="2119997"/>
            <a:chExt cx="2530339" cy="13279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6FA4F4F-4BDF-E6A1-ADBF-EA9C1088E162}"/>
                </a:ext>
              </a:extLst>
            </p:cNvPr>
            <p:cNvSpPr txBox="1"/>
            <p:nvPr/>
          </p:nvSpPr>
          <p:spPr>
            <a:xfrm>
              <a:off x="707662" y="2119997"/>
              <a:ext cx="1844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รูปแบบของสมาชิก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A1E544C3-43C1-CB01-AFC1-46168880A52E}"/>
                </a:ext>
              </a:extLst>
            </p:cNvPr>
            <p:cNvSpPr/>
            <p:nvPr/>
          </p:nvSpPr>
          <p:spPr>
            <a:xfrm>
              <a:off x="359129" y="2590752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1C862961-10BB-3769-5A50-61528988CCB4}"/>
                </a:ext>
              </a:extLst>
            </p:cNvPr>
            <p:cNvSpPr/>
            <p:nvPr/>
          </p:nvSpPr>
          <p:spPr>
            <a:xfrm>
              <a:off x="1741828" y="2603830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5DCBBB4D-6550-F7AC-6666-8AAEB9CDBD6D}"/>
                </a:ext>
              </a:extLst>
            </p:cNvPr>
            <p:cNvSpPr/>
            <p:nvPr/>
          </p:nvSpPr>
          <p:spPr>
            <a:xfrm>
              <a:off x="359129" y="3081904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C93DE8CA-638D-DCC4-65EF-E695A793A95C}"/>
                </a:ext>
              </a:extLst>
            </p:cNvPr>
            <p:cNvSpPr/>
            <p:nvPr/>
          </p:nvSpPr>
          <p:spPr>
            <a:xfrm>
              <a:off x="1751106" y="3082231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{}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A4848673-5AC1-17FF-B0C2-3BABD22BB3C1}"/>
              </a:ext>
            </a:extLst>
          </p:cNvPr>
          <p:cNvSpPr txBox="1"/>
          <p:nvPr/>
        </p:nvSpPr>
        <p:spPr>
          <a:xfrm>
            <a:off x="188877" y="1913921"/>
            <a:ext cx="2922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เลือกรูปแบบสมาชิกและสมาชิก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แล้วกดปุ่มเพิ่มเพื่อสร้างเซต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(เลือกสมาชิกได้สูงสุด 4 ตัว)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DA6079F6-A776-F2AD-1EDB-EC159350FAC9}"/>
              </a:ext>
            </a:extLst>
          </p:cNvPr>
          <p:cNvSpPr/>
          <p:nvPr/>
        </p:nvSpPr>
        <p:spPr>
          <a:xfrm>
            <a:off x="1955655" y="5937221"/>
            <a:ext cx="1004560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เพิ่ม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B9C30CA1-2854-CE39-F29F-94E33A736958}"/>
              </a:ext>
            </a:extLst>
          </p:cNvPr>
          <p:cNvSpPr/>
          <p:nvPr/>
        </p:nvSpPr>
        <p:spPr>
          <a:xfrm>
            <a:off x="3538983" y="4369238"/>
            <a:ext cx="174277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</a:rPr>
              <a:t>พาวเวอร์เซต </a:t>
            </a:r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ADDC2869-6D48-4197-8B13-C49D6E1E817D}"/>
              </a:ext>
            </a:extLst>
          </p:cNvPr>
          <p:cNvGrpSpPr/>
          <p:nvPr/>
        </p:nvGrpSpPr>
        <p:grpSpPr>
          <a:xfrm>
            <a:off x="3458432" y="2014748"/>
            <a:ext cx="8455993" cy="2585323"/>
            <a:chOff x="3458432" y="2014748"/>
            <a:chExt cx="8455993" cy="25853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F9BD3DA-7D2A-D2B0-F45E-6E0A0911273D}"/>
                    </a:ext>
                  </a:extLst>
                </p:cNvPr>
                <p:cNvSpPr txBox="1"/>
                <p:nvPr/>
              </p:nvSpPr>
              <p:spPr>
                <a:xfrm>
                  <a:off x="3458432" y="2014748"/>
                  <a:ext cx="8455993" cy="2585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=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       ,          }</a:t>
                  </a:r>
                  <a:endParaRPr lang="en-US" sz="2000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สับเซตทั้งหมดของของ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0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, 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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}, 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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 ,{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, 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7F9BD3DA-7D2A-D2B0-F45E-6E0A0911273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2014748"/>
                  <a:ext cx="8455993" cy="2585323"/>
                </a:xfrm>
                <a:prstGeom prst="rect">
                  <a:avLst/>
                </a:prstGeom>
                <a:blipFill>
                  <a:blip r:embed="rId6"/>
                  <a:stretch>
                    <a:fillRect l="-1081" t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239CB31-F6F7-A452-ABF2-CDB5920B57CD}"/>
                    </a:ext>
                  </a:extLst>
                </p:cNvPr>
                <p:cNvSpPr txBox="1"/>
                <p:nvPr/>
              </p:nvSpPr>
              <p:spPr>
                <a:xfrm>
                  <a:off x="3458432" y="3858750"/>
                  <a:ext cx="6106600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จำนวนสับเซตทั้งหมดของ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เท่ากับ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16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 =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4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เซต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3239CB31-F6F7-A452-ABF2-CDB5920B57CD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3858750"/>
                  <a:ext cx="6106600" cy="470000"/>
                </a:xfrm>
                <a:prstGeom prst="rect">
                  <a:avLst/>
                </a:prstGeom>
                <a:blipFill>
                  <a:blip r:embed="rId7"/>
                  <a:stretch>
                    <a:fillRect l="-149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128D6DC4-779B-4753-154B-4CF2F8AF3AC2}"/>
              </a:ext>
            </a:extLst>
          </p:cNvPr>
          <p:cNvSpPr/>
          <p:nvPr/>
        </p:nvSpPr>
        <p:spPr>
          <a:xfrm>
            <a:off x="10207152" y="1913921"/>
            <a:ext cx="1456129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สร้างสับเซต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90DD8384-ACC5-CF3E-A34D-931AA7EDB59C}"/>
              </a:ext>
            </a:extLst>
          </p:cNvPr>
          <p:cNvSpPr/>
          <p:nvPr/>
        </p:nvSpPr>
        <p:spPr>
          <a:xfrm>
            <a:off x="4084364" y="1972815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42AC0B7-0482-F03D-AD52-F001B1F2869A}"/>
              </a:ext>
            </a:extLst>
          </p:cNvPr>
          <p:cNvSpPr/>
          <p:nvPr/>
        </p:nvSpPr>
        <p:spPr>
          <a:xfrm>
            <a:off x="4617047" y="1972815"/>
            <a:ext cx="567203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282622159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8BC3521-695F-625D-5383-1E5C65EB59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00FEF6A4-1232-39A4-4107-C5B63B760E0D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394495D4-F7A0-14C5-E64E-ABDC2520F493}"/>
              </a:ext>
            </a:extLst>
          </p:cNvPr>
          <p:cNvSpPr/>
          <p:nvPr/>
        </p:nvSpPr>
        <p:spPr>
          <a:xfrm>
            <a:off x="102700" y="1685677"/>
            <a:ext cx="3013544" cy="4921855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B13A703-8476-05E2-AE69-809FE5969AFF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สับเซตและพาวเวอร์เซต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072325B-9D21-F512-4A2F-4CACBC780965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F97D7825-FF3A-BAF9-A6EB-FAF42F3C0EB8}"/>
              </a:ext>
            </a:extLst>
          </p:cNvPr>
          <p:cNvGrpSpPr/>
          <p:nvPr/>
        </p:nvGrpSpPr>
        <p:grpSpPr>
          <a:xfrm>
            <a:off x="360137" y="4536744"/>
            <a:ext cx="2600077" cy="1210950"/>
            <a:chOff x="349857" y="3528265"/>
            <a:chExt cx="2600077" cy="12109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D852BD1-B9D1-391F-BCAA-E14566FE7C6F}"/>
                </a:ext>
              </a:extLst>
            </p:cNvPr>
            <p:cNvSpPr txBox="1"/>
            <p:nvPr/>
          </p:nvSpPr>
          <p:spPr>
            <a:xfrm>
              <a:off x="724889" y="3528265"/>
              <a:ext cx="1724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CF750D2C-9AC7-E1F1-FC55-9CB06AE7971A}"/>
                </a:ext>
              </a:extLst>
            </p:cNvPr>
            <p:cNvGrpSpPr/>
            <p:nvPr/>
          </p:nvGrpSpPr>
          <p:grpSpPr>
            <a:xfrm>
              <a:off x="349857" y="3961738"/>
              <a:ext cx="2600077" cy="777477"/>
              <a:chOff x="349857" y="3429000"/>
              <a:chExt cx="2600077" cy="777477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211BAB4-6CD5-65E9-5F44-8785FB030E85}"/>
                  </a:ext>
                </a:extLst>
              </p:cNvPr>
              <p:cNvSpPr/>
              <p:nvPr/>
            </p:nvSpPr>
            <p:spPr>
              <a:xfrm>
                <a:off x="349857" y="3429000"/>
                <a:ext cx="2600077" cy="777477"/>
              </a:xfrm>
              <a:prstGeom prst="roundRect">
                <a:avLst>
                  <a:gd name="adj" fmla="val 702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75B784BE-1716-DAB1-BA47-D8829A115532}"/>
                      </a:ext>
                    </a:extLst>
                  </p:cNvPr>
                  <p:cNvSpPr/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3A635535-BDD0-A572-3E01-D3E6175FE9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4AC87988-34FD-7760-9BEB-250CAFBD3918}"/>
                  </a:ext>
                </a:extLst>
              </p:cNvPr>
              <p:cNvSpPr/>
              <p:nvPr/>
            </p:nvSpPr>
            <p:spPr>
              <a:xfrm>
                <a:off x="1012458" y="3619346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7EC69D5B-18DC-6896-A214-E8061B5F1516}"/>
                  </a:ext>
                </a:extLst>
              </p:cNvPr>
              <p:cNvSpPr/>
              <p:nvPr/>
            </p:nvSpPr>
            <p:spPr>
              <a:xfrm>
                <a:off x="1497491" y="3619344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C8755850-1BE8-230A-0CF2-BFC4B8ADA479}"/>
                  </a:ext>
                </a:extLst>
              </p:cNvPr>
              <p:cNvSpPr/>
              <p:nvPr/>
            </p:nvSpPr>
            <p:spPr>
              <a:xfrm>
                <a:off x="1974568" y="3622535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CD76A488-78A7-DC34-1025-203CE4C3CD58}"/>
                  </a:ext>
                </a:extLst>
              </p:cNvPr>
              <p:cNvSpPr/>
              <p:nvPr/>
            </p:nvSpPr>
            <p:spPr>
              <a:xfrm>
                <a:off x="2416654" y="3622531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F78460C4-1E4B-DBFC-E09D-C9A8B162A0B7}"/>
              </a:ext>
            </a:extLst>
          </p:cNvPr>
          <p:cNvSpPr/>
          <p:nvPr/>
        </p:nvSpPr>
        <p:spPr>
          <a:xfrm>
            <a:off x="384642" y="5937222"/>
            <a:ext cx="148888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AD618592-03F9-8CA1-B40F-DEE9B2B30455}"/>
                  </a:ext>
                </a:extLst>
              </p:cNvPr>
              <p:cNvSpPr/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B9AF0FA-6DF0-7E33-611B-B691F81966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CCB23D28-200C-91D1-4AC1-2B5A403C34AB}"/>
              </a:ext>
            </a:extLst>
          </p:cNvPr>
          <p:cNvSpPr/>
          <p:nvPr/>
        </p:nvSpPr>
        <p:spPr>
          <a:xfrm>
            <a:off x="102700" y="645229"/>
            <a:ext cx="11986600" cy="927991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0B54572C-30B2-E9B2-41C3-91C11CD73701}"/>
                  </a:ext>
                </a:extLst>
              </p:cNvPr>
              <p:cNvSpPr txBox="1"/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นิยาม สับเซต</a:t>
                </a:r>
              </a:p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เป็นสับเซตของเซต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ก็ต่อเมื่อ สมาชิกทุกตัวของเซต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เป็นสมาชิกของเซต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เขียนแทนด้วย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⊆</m:t>
                    </m:r>
                  </m:oMath>
                </a14:m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B</a:t>
                </a:r>
                <a:endParaRPr lang="th-TH" sz="28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7CE99919-B2FE-F05B-83F9-B4E4497BF09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blipFill>
                <a:blip r:embed="rId5"/>
                <a:stretch>
                  <a:fillRect l="-1080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02C6BFD3-1948-7005-9612-8288F5F646A2}"/>
              </a:ext>
            </a:extLst>
          </p:cNvPr>
          <p:cNvGrpSpPr/>
          <p:nvPr/>
        </p:nvGrpSpPr>
        <p:grpSpPr>
          <a:xfrm>
            <a:off x="349856" y="3183963"/>
            <a:ext cx="2530339" cy="1327994"/>
            <a:chOff x="359129" y="2119997"/>
            <a:chExt cx="2530339" cy="13279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AC1C4DAE-CFE3-3F0F-0079-99B1724E5BF8}"/>
                </a:ext>
              </a:extLst>
            </p:cNvPr>
            <p:cNvSpPr txBox="1"/>
            <p:nvPr/>
          </p:nvSpPr>
          <p:spPr>
            <a:xfrm>
              <a:off x="707662" y="2119997"/>
              <a:ext cx="1844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รูปแบบของสมาชิก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52964D07-8F4F-2D53-4340-B73A6FB7F4D8}"/>
                </a:ext>
              </a:extLst>
            </p:cNvPr>
            <p:cNvSpPr/>
            <p:nvPr/>
          </p:nvSpPr>
          <p:spPr>
            <a:xfrm>
              <a:off x="359129" y="2590752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073D91A3-36C5-A27F-B6AE-AA5E8499285E}"/>
                </a:ext>
              </a:extLst>
            </p:cNvPr>
            <p:cNvSpPr/>
            <p:nvPr/>
          </p:nvSpPr>
          <p:spPr>
            <a:xfrm>
              <a:off x="1741828" y="2603830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F1F50DA6-E811-94CE-FA3D-E90D9FD4A767}"/>
                </a:ext>
              </a:extLst>
            </p:cNvPr>
            <p:cNvSpPr/>
            <p:nvPr/>
          </p:nvSpPr>
          <p:spPr>
            <a:xfrm>
              <a:off x="359129" y="3081904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07CF75AD-E918-8F08-8E1C-A181C8A42F4C}"/>
                </a:ext>
              </a:extLst>
            </p:cNvPr>
            <p:cNvSpPr/>
            <p:nvPr/>
          </p:nvSpPr>
          <p:spPr>
            <a:xfrm>
              <a:off x="1751106" y="3082231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{}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216B2AA3-25B6-BFC0-8B8A-D2110CEBEAA4}"/>
              </a:ext>
            </a:extLst>
          </p:cNvPr>
          <p:cNvSpPr txBox="1"/>
          <p:nvPr/>
        </p:nvSpPr>
        <p:spPr>
          <a:xfrm>
            <a:off x="188877" y="1913921"/>
            <a:ext cx="2922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เลือกรูปแบบสมาชิกและสมาชิก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แล้วกดปุ่มเพิ่มเพื่อสร้างเซต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(เลือกสมาชิกได้สูงสุด 4 ตัว)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EB9C010-3763-D0AD-A9C7-F5231D1E997A}"/>
              </a:ext>
            </a:extLst>
          </p:cNvPr>
          <p:cNvSpPr/>
          <p:nvPr/>
        </p:nvSpPr>
        <p:spPr>
          <a:xfrm>
            <a:off x="1955655" y="5937221"/>
            <a:ext cx="1004560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เพิ่ม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09485B3C-01CF-E781-EDD7-D9173A9C41DE}"/>
              </a:ext>
            </a:extLst>
          </p:cNvPr>
          <p:cNvSpPr/>
          <p:nvPr/>
        </p:nvSpPr>
        <p:spPr>
          <a:xfrm>
            <a:off x="3538983" y="4369238"/>
            <a:ext cx="174277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</a:rPr>
              <a:t>พาวเวอร์เซต </a:t>
            </a:r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1887841A-04C7-0889-2746-F2BD3C6F5E16}"/>
              </a:ext>
            </a:extLst>
          </p:cNvPr>
          <p:cNvGrpSpPr/>
          <p:nvPr/>
        </p:nvGrpSpPr>
        <p:grpSpPr>
          <a:xfrm>
            <a:off x="3458432" y="2014748"/>
            <a:ext cx="8455993" cy="2585323"/>
            <a:chOff x="3458432" y="2014748"/>
            <a:chExt cx="8455993" cy="258532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BCBB088-495C-A33A-7E15-ECBEB0205D58}"/>
                    </a:ext>
                  </a:extLst>
                </p:cNvPr>
                <p:cNvSpPr txBox="1"/>
                <p:nvPr/>
              </p:nvSpPr>
              <p:spPr>
                <a:xfrm>
                  <a:off x="3458432" y="2014748"/>
                  <a:ext cx="8455993" cy="258532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=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       ,          }</a:t>
                  </a:r>
                  <a:endParaRPr lang="en-US" sz="2000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สับเซตทั้งหมดของของ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0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, 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      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}, 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         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 ,{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        ,          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9BCBB088-495C-A33A-7E15-ECBEB0205D5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2014748"/>
                  <a:ext cx="8455993" cy="2585323"/>
                </a:xfrm>
                <a:prstGeom prst="rect">
                  <a:avLst/>
                </a:prstGeom>
                <a:blipFill>
                  <a:blip r:embed="rId6"/>
                  <a:stretch>
                    <a:fillRect l="-1081" t="-188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89B8B18-09E6-9720-17F3-7E7897932DD4}"/>
                    </a:ext>
                  </a:extLst>
                </p:cNvPr>
                <p:cNvSpPr txBox="1"/>
                <p:nvPr/>
              </p:nvSpPr>
              <p:spPr>
                <a:xfrm>
                  <a:off x="3458432" y="3858750"/>
                  <a:ext cx="6106600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จำนวนสับเซตทั้งหมดของ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เท่ากับ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16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 =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4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เซต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A89B8B18-09E6-9720-17F3-7E7897932DD4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3858750"/>
                  <a:ext cx="6106600" cy="470000"/>
                </a:xfrm>
                <a:prstGeom prst="rect">
                  <a:avLst/>
                </a:prstGeom>
                <a:blipFill>
                  <a:blip r:embed="rId7"/>
                  <a:stretch>
                    <a:fillRect l="-1497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8EC820E7-1205-39A3-54A1-94D863DFEC3D}"/>
              </a:ext>
            </a:extLst>
          </p:cNvPr>
          <p:cNvSpPr/>
          <p:nvPr/>
        </p:nvSpPr>
        <p:spPr>
          <a:xfrm>
            <a:off x="10207152" y="1913921"/>
            <a:ext cx="1456129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สร้างสับเซต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04BB991-0648-4CF4-6811-5721824EBBCA}"/>
              </a:ext>
            </a:extLst>
          </p:cNvPr>
          <p:cNvSpPr/>
          <p:nvPr/>
        </p:nvSpPr>
        <p:spPr>
          <a:xfrm>
            <a:off x="4084364" y="1972815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A28FED0-37B8-2F84-7ADA-3D58C1F19486}"/>
              </a:ext>
            </a:extLst>
          </p:cNvPr>
          <p:cNvSpPr/>
          <p:nvPr/>
        </p:nvSpPr>
        <p:spPr>
          <a:xfrm>
            <a:off x="4617047" y="1972815"/>
            <a:ext cx="567203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0C92B85F-7BE3-2965-AAEA-B67AD5F8AB81}"/>
              </a:ext>
            </a:extLst>
          </p:cNvPr>
          <p:cNvSpPr/>
          <p:nvPr/>
        </p:nvSpPr>
        <p:spPr>
          <a:xfrm>
            <a:off x="6328852" y="2334613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EE8BCABC-A041-F7DE-F05E-5BD8D2A699FF}"/>
              </a:ext>
            </a:extLst>
          </p:cNvPr>
          <p:cNvSpPr/>
          <p:nvPr/>
        </p:nvSpPr>
        <p:spPr>
          <a:xfrm>
            <a:off x="7036942" y="2334613"/>
            <a:ext cx="567203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28A11E58-CA00-8C76-9C2F-5567D54ED078}"/>
              </a:ext>
            </a:extLst>
          </p:cNvPr>
          <p:cNvSpPr/>
          <p:nvPr/>
        </p:nvSpPr>
        <p:spPr>
          <a:xfrm>
            <a:off x="7946475" y="2331205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04A804E9-1276-3326-4B89-FB9E37376B12}"/>
              </a:ext>
            </a:extLst>
          </p:cNvPr>
          <p:cNvSpPr/>
          <p:nvPr/>
        </p:nvSpPr>
        <p:spPr>
          <a:xfrm>
            <a:off x="8511353" y="2338575"/>
            <a:ext cx="567203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</p:spTree>
    <p:extLst>
      <p:ext uri="{BB962C8B-B14F-4D97-AF65-F5344CB8AC3E}">
        <p14:creationId xmlns:p14="http://schemas.microsoft.com/office/powerpoint/2010/main" val="2544270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EF2A37-A2E8-C982-9636-42F25E7E886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FC7A8FC3-677F-5F10-AF19-B30A7ED2E29D}"/>
                  </a:ext>
                </a:extLst>
              </p:cNvPr>
              <p:cNvSpPr/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1B9AF0FA-6DF0-7E33-611B-B691F819661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" name="Rectangle 1">
            <a:extLst>
              <a:ext uri="{FF2B5EF4-FFF2-40B4-BE49-F238E27FC236}">
                <a16:creationId xmlns:a16="http://schemas.microsoft.com/office/drawing/2014/main" id="{7A6FA91D-2248-CC63-C242-ECF38BB922BA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8645F70B-80E3-B4F1-C437-C2802AA4C89B}"/>
              </a:ext>
            </a:extLst>
          </p:cNvPr>
          <p:cNvSpPr/>
          <p:nvPr/>
        </p:nvSpPr>
        <p:spPr>
          <a:xfrm>
            <a:off x="102700" y="1685677"/>
            <a:ext cx="3013544" cy="4921855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B00E186-39A5-EF5F-906C-185A70CDE4B9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สับเซตและพาวเวอร์เซต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CA7C1980-0622-F93B-FA7D-83E52E52C046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46EB3BE3-38B2-6E6A-301A-40A5F5BD34DB}"/>
              </a:ext>
            </a:extLst>
          </p:cNvPr>
          <p:cNvGrpSpPr/>
          <p:nvPr/>
        </p:nvGrpSpPr>
        <p:grpSpPr>
          <a:xfrm>
            <a:off x="360137" y="4536744"/>
            <a:ext cx="2600077" cy="1210950"/>
            <a:chOff x="349857" y="3528265"/>
            <a:chExt cx="2600077" cy="12109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175DB312-F7B1-C39A-C075-015E27F1457D}"/>
                </a:ext>
              </a:extLst>
            </p:cNvPr>
            <p:cNvSpPr txBox="1"/>
            <p:nvPr/>
          </p:nvSpPr>
          <p:spPr>
            <a:xfrm>
              <a:off x="724889" y="3528265"/>
              <a:ext cx="1724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EABE4533-153B-639C-B277-C959DE0C138B}"/>
                </a:ext>
              </a:extLst>
            </p:cNvPr>
            <p:cNvGrpSpPr/>
            <p:nvPr/>
          </p:nvGrpSpPr>
          <p:grpSpPr>
            <a:xfrm>
              <a:off x="349857" y="3961738"/>
              <a:ext cx="2600077" cy="777477"/>
              <a:chOff x="349857" y="3429000"/>
              <a:chExt cx="2600077" cy="777477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F2EE181-6A2A-10CE-AF44-BB513E7D9974}"/>
                  </a:ext>
                </a:extLst>
              </p:cNvPr>
              <p:cNvSpPr/>
              <p:nvPr/>
            </p:nvSpPr>
            <p:spPr>
              <a:xfrm>
                <a:off x="349857" y="3429000"/>
                <a:ext cx="2600077" cy="777477"/>
              </a:xfrm>
              <a:prstGeom prst="roundRect">
                <a:avLst>
                  <a:gd name="adj" fmla="val 702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46AC3AE9-008B-B138-4043-4435B295BD48}"/>
                      </a:ext>
                    </a:extLst>
                  </p:cNvPr>
                  <p:cNvSpPr/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3A635535-BDD0-A572-3E01-D3E6175FE952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A4FEA1BB-81A8-46F5-169D-5355EE4B9410}"/>
                  </a:ext>
                </a:extLst>
              </p:cNvPr>
              <p:cNvSpPr/>
              <p:nvPr/>
            </p:nvSpPr>
            <p:spPr>
              <a:xfrm>
                <a:off x="1012458" y="3619346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D69FDA94-A497-18A0-74FD-F2ACF34A61CC}"/>
                  </a:ext>
                </a:extLst>
              </p:cNvPr>
              <p:cNvSpPr/>
              <p:nvPr/>
            </p:nvSpPr>
            <p:spPr>
              <a:xfrm>
                <a:off x="1497491" y="3619344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D6EE4243-50EF-7AD6-F48A-8F75952F7D87}"/>
                  </a:ext>
                </a:extLst>
              </p:cNvPr>
              <p:cNvSpPr/>
              <p:nvPr/>
            </p:nvSpPr>
            <p:spPr>
              <a:xfrm>
                <a:off x="1974568" y="3622535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6FC14900-6C42-1A6D-A048-C8C5F5E89529}"/>
                  </a:ext>
                </a:extLst>
              </p:cNvPr>
              <p:cNvSpPr/>
              <p:nvPr/>
            </p:nvSpPr>
            <p:spPr>
              <a:xfrm>
                <a:off x="2416654" y="3622531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</p:grpSp>
      <p:sp>
        <p:nvSpPr>
          <p:cNvPr id="60" name="Rectangle: Rounded Corners 59">
            <a:extLst>
              <a:ext uri="{FF2B5EF4-FFF2-40B4-BE49-F238E27FC236}">
                <a16:creationId xmlns:a16="http://schemas.microsoft.com/office/drawing/2014/main" id="{132E3A8D-0E2A-74DB-26E7-A7DE0BDF924B}"/>
              </a:ext>
            </a:extLst>
          </p:cNvPr>
          <p:cNvSpPr/>
          <p:nvPr/>
        </p:nvSpPr>
        <p:spPr>
          <a:xfrm>
            <a:off x="384642" y="5937222"/>
            <a:ext cx="1488889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2A9080E5-D699-2CFA-AED3-D31388CF5712}"/>
              </a:ext>
            </a:extLst>
          </p:cNvPr>
          <p:cNvSpPr/>
          <p:nvPr/>
        </p:nvSpPr>
        <p:spPr>
          <a:xfrm>
            <a:off x="102700" y="645229"/>
            <a:ext cx="11986600" cy="927991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EE71E51B-7DC2-22EC-618B-4341D1EA4DC2}"/>
              </a:ext>
            </a:extLst>
          </p:cNvPr>
          <p:cNvGrpSpPr/>
          <p:nvPr/>
        </p:nvGrpSpPr>
        <p:grpSpPr>
          <a:xfrm>
            <a:off x="349856" y="3183963"/>
            <a:ext cx="2530339" cy="1327994"/>
            <a:chOff x="359129" y="2119997"/>
            <a:chExt cx="2530339" cy="13279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0E2911BB-7D95-DDDF-5488-5E90B7B57566}"/>
                </a:ext>
              </a:extLst>
            </p:cNvPr>
            <p:cNvSpPr txBox="1"/>
            <p:nvPr/>
          </p:nvSpPr>
          <p:spPr>
            <a:xfrm>
              <a:off x="707662" y="2119997"/>
              <a:ext cx="1844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รูปแบบของสมาชิก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C1E4A8EB-3033-3C46-4314-740D383DC845}"/>
                </a:ext>
              </a:extLst>
            </p:cNvPr>
            <p:cNvSpPr/>
            <p:nvPr/>
          </p:nvSpPr>
          <p:spPr>
            <a:xfrm>
              <a:off x="359129" y="2590752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11D8CB5-04E5-78A4-1696-527ABD12F768}"/>
                </a:ext>
              </a:extLst>
            </p:cNvPr>
            <p:cNvSpPr/>
            <p:nvPr/>
          </p:nvSpPr>
          <p:spPr>
            <a:xfrm>
              <a:off x="1741828" y="2603830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081CCCDE-4147-633C-D8DD-242BBCBC32D6}"/>
                </a:ext>
              </a:extLst>
            </p:cNvPr>
            <p:cNvSpPr/>
            <p:nvPr/>
          </p:nvSpPr>
          <p:spPr>
            <a:xfrm>
              <a:off x="359129" y="3081904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9A3E68DD-B8C8-4A7F-43E3-3E8DC208E364}"/>
                </a:ext>
              </a:extLst>
            </p:cNvPr>
            <p:cNvSpPr/>
            <p:nvPr/>
          </p:nvSpPr>
          <p:spPr>
            <a:xfrm>
              <a:off x="1751106" y="3082231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{}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1D119AC6-F507-0482-CC97-72CF2F528BBB}"/>
              </a:ext>
            </a:extLst>
          </p:cNvPr>
          <p:cNvSpPr txBox="1"/>
          <p:nvPr/>
        </p:nvSpPr>
        <p:spPr>
          <a:xfrm>
            <a:off x="188877" y="1913921"/>
            <a:ext cx="2922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เลือกรูปแบบสมาชิกและสมาชิก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แล้วกดปุ่มเพิ่มเพื่อสร้างเซต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(เลือกสมาชิกได้สูงสุด 4 ตัว)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1F0D1A52-DAB0-D377-64D0-CD004A9967AF}"/>
              </a:ext>
            </a:extLst>
          </p:cNvPr>
          <p:cNvSpPr/>
          <p:nvPr/>
        </p:nvSpPr>
        <p:spPr>
          <a:xfrm>
            <a:off x="1955655" y="5937221"/>
            <a:ext cx="1004560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เพิ่ม</a:t>
            </a:r>
            <a:endParaRPr lang="en-US" sz="2400" b="1" dirty="0">
              <a:solidFill>
                <a:schemeClr val="bg1"/>
              </a:solidFill>
            </a:endParaRPr>
          </a:p>
        </p:txBody>
      </p:sp>
      <p:grpSp>
        <p:nvGrpSpPr>
          <p:cNvPr id="54" name="Group 53">
            <a:extLst>
              <a:ext uri="{FF2B5EF4-FFF2-40B4-BE49-F238E27FC236}">
                <a16:creationId xmlns:a16="http://schemas.microsoft.com/office/drawing/2014/main" id="{CC4E93DE-B29E-2C63-5E81-B211508FD60C}"/>
              </a:ext>
            </a:extLst>
          </p:cNvPr>
          <p:cNvGrpSpPr/>
          <p:nvPr/>
        </p:nvGrpSpPr>
        <p:grpSpPr>
          <a:xfrm>
            <a:off x="3458432" y="2014748"/>
            <a:ext cx="8455993" cy="3693318"/>
            <a:chOff x="3458432" y="2014748"/>
            <a:chExt cx="8455993" cy="2413613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8762EF0-B665-3E86-4B9A-99F7378855E2}"/>
                    </a:ext>
                  </a:extLst>
                </p:cNvPr>
                <p:cNvSpPr txBox="1"/>
                <p:nvPr/>
              </p:nvSpPr>
              <p:spPr>
                <a:xfrm>
                  <a:off x="3458432" y="2014748"/>
                  <a:ext cx="8455993" cy="2413613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=</a:t>
                  </a:r>
                  <a:r>
                    <a:rPr lang="th-TH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       ,          }</a:t>
                  </a:r>
                  <a:endParaRPr lang="en-US" sz="2000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สับเซตทั้งหมดของของ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0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, 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      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}, 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         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 ,{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  <a:sym typeface="Wingdings 2" panose="05020102010507070707" pitchFamily="18" charset="2"/>
                    </a:rPr>
                    <a:t>        ,           </a:t>
                  </a:r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P(A) = {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, {1}, {{1}}, {1, {1}}}</a:t>
                  </a:r>
                  <a:endPara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mc:Choice>
          <mc:Fallback xmlns="">
            <p:sp>
              <p:nvSpPr>
                <p:cNvPr id="55" name="TextBox 54">
                  <a:extLst>
                    <a:ext uri="{FF2B5EF4-FFF2-40B4-BE49-F238E27FC236}">
                      <a16:creationId xmlns:a16="http://schemas.microsoft.com/office/drawing/2014/main" id="{08762EF0-B665-3E86-4B9A-99F7378855E2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2014748"/>
                  <a:ext cx="8455993" cy="2413613"/>
                </a:xfrm>
                <a:prstGeom prst="rect">
                  <a:avLst/>
                </a:prstGeom>
                <a:blipFill>
                  <a:blip r:embed="rId5"/>
                  <a:stretch>
                    <a:fillRect l="-1081" t="-1322" b="-2975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9E9A391-741B-B3D7-D334-E33FDCFFCC3A}"/>
                    </a:ext>
                  </a:extLst>
                </p:cNvPr>
                <p:cNvSpPr txBox="1"/>
                <p:nvPr/>
              </p:nvSpPr>
              <p:spPr>
                <a:xfrm>
                  <a:off x="3458432" y="3416656"/>
                  <a:ext cx="6106600" cy="470001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จำนวนสับเซตทั้งหมดของ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เท่ากับ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sup>
                      </m:sSup>
                    </m:oMath>
                  </a14:m>
                  <a:r>
                    <a:rPr lang="en-US" sz="16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 =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4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เซต</a:t>
                  </a:r>
                </a:p>
              </p:txBody>
            </p:sp>
          </mc:Choice>
          <mc:Fallback xmlns="">
            <p:sp>
              <p:nvSpPr>
                <p:cNvPr id="56" name="TextBox 55">
                  <a:extLst>
                    <a:ext uri="{FF2B5EF4-FFF2-40B4-BE49-F238E27FC236}">
                      <a16:creationId xmlns:a16="http://schemas.microsoft.com/office/drawing/2014/main" id="{59E9A391-741B-B3D7-D334-E33FDCFFCC3A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58432" y="3416656"/>
                  <a:ext cx="6106600" cy="470001"/>
                </a:xfrm>
                <a:prstGeom prst="rect">
                  <a:avLst/>
                </a:prstGeom>
                <a:blipFill>
                  <a:blip r:embed="rId6"/>
                  <a:stretch>
                    <a:fillRect l="-1497" t="-6780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7DBDCAD7-A60E-6421-6426-8F5FC6C19C02}"/>
              </a:ext>
            </a:extLst>
          </p:cNvPr>
          <p:cNvSpPr/>
          <p:nvPr/>
        </p:nvSpPr>
        <p:spPr>
          <a:xfrm>
            <a:off x="10207152" y="1913921"/>
            <a:ext cx="1456129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สร้างสับเซต</a:t>
            </a:r>
            <a:endParaRPr lang="en-US" sz="2400" b="1" dirty="0">
              <a:solidFill>
                <a:schemeClr val="bg1"/>
              </a:solidFill>
            </a:endParaRPr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31A8E707-E3A9-21EF-54A6-F8B3ACE1ADB2}"/>
              </a:ext>
            </a:extLst>
          </p:cNvPr>
          <p:cNvSpPr/>
          <p:nvPr/>
        </p:nvSpPr>
        <p:spPr>
          <a:xfrm>
            <a:off x="4084364" y="1972815"/>
            <a:ext cx="365760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1</a:t>
            </a:r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EC7472EF-FE03-58E9-A87B-0FB843F39EDF}"/>
              </a:ext>
            </a:extLst>
          </p:cNvPr>
          <p:cNvSpPr/>
          <p:nvPr/>
        </p:nvSpPr>
        <p:spPr>
          <a:xfrm>
            <a:off x="4617047" y="1972815"/>
            <a:ext cx="567203" cy="365760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{1}</a:t>
            </a:r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D757D201-A77A-3386-0BD6-08E298868CFA}"/>
              </a:ext>
            </a:extLst>
          </p:cNvPr>
          <p:cNvGrpSpPr/>
          <p:nvPr/>
        </p:nvGrpSpPr>
        <p:grpSpPr>
          <a:xfrm>
            <a:off x="6328852" y="2712864"/>
            <a:ext cx="2749704" cy="373130"/>
            <a:chOff x="6328852" y="2331205"/>
            <a:chExt cx="2749704" cy="373130"/>
          </a:xfrm>
        </p:grpSpPr>
        <p:sp>
          <p:nvSpPr>
            <p:cNvPr id="10" name="Rectangle: Rounded Corners 9">
              <a:extLst>
                <a:ext uri="{FF2B5EF4-FFF2-40B4-BE49-F238E27FC236}">
                  <a16:creationId xmlns:a16="http://schemas.microsoft.com/office/drawing/2014/main" id="{93F31E02-00EB-111A-483F-61C9B0016EB8}"/>
                </a:ext>
              </a:extLst>
            </p:cNvPr>
            <p:cNvSpPr/>
            <p:nvPr/>
          </p:nvSpPr>
          <p:spPr>
            <a:xfrm>
              <a:off x="6328852" y="2334613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3" name="Rectangle: Rounded Corners 12">
              <a:extLst>
                <a:ext uri="{FF2B5EF4-FFF2-40B4-BE49-F238E27FC236}">
                  <a16:creationId xmlns:a16="http://schemas.microsoft.com/office/drawing/2014/main" id="{17FD690F-2C7B-D887-A087-274F21B1B202}"/>
                </a:ext>
              </a:extLst>
            </p:cNvPr>
            <p:cNvSpPr/>
            <p:nvPr/>
          </p:nvSpPr>
          <p:spPr>
            <a:xfrm>
              <a:off x="7036942" y="2334613"/>
              <a:ext cx="567203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{1}</a:t>
              </a:r>
            </a:p>
          </p:txBody>
        </p:sp>
        <p:sp>
          <p:nvSpPr>
            <p:cNvPr id="16" name="Rectangle: Rounded Corners 15">
              <a:extLst>
                <a:ext uri="{FF2B5EF4-FFF2-40B4-BE49-F238E27FC236}">
                  <a16:creationId xmlns:a16="http://schemas.microsoft.com/office/drawing/2014/main" id="{E932F553-D437-DA36-7142-B58AA2BD3A56}"/>
                </a:ext>
              </a:extLst>
            </p:cNvPr>
            <p:cNvSpPr/>
            <p:nvPr/>
          </p:nvSpPr>
          <p:spPr>
            <a:xfrm>
              <a:off x="7946475" y="2331205"/>
              <a:ext cx="365760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1</a:t>
              </a:r>
            </a:p>
          </p:txBody>
        </p:sp>
        <p:sp>
          <p:nvSpPr>
            <p:cNvPr id="18" name="Rectangle: Rounded Corners 17">
              <a:extLst>
                <a:ext uri="{FF2B5EF4-FFF2-40B4-BE49-F238E27FC236}">
                  <a16:creationId xmlns:a16="http://schemas.microsoft.com/office/drawing/2014/main" id="{1FD52DCA-706E-9E37-C665-9F3A74EC538A}"/>
                </a:ext>
              </a:extLst>
            </p:cNvPr>
            <p:cNvSpPr/>
            <p:nvPr/>
          </p:nvSpPr>
          <p:spPr>
            <a:xfrm>
              <a:off x="8511353" y="2338575"/>
              <a:ext cx="567203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{1}</a:t>
              </a:r>
            </a:p>
          </p:txBody>
        </p:sp>
      </p:grp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537067A-B121-2691-ABA6-D45E64468067}"/>
              </a:ext>
            </a:extLst>
          </p:cNvPr>
          <p:cNvSpPr/>
          <p:nvPr/>
        </p:nvSpPr>
        <p:spPr>
          <a:xfrm>
            <a:off x="3649978" y="4600732"/>
            <a:ext cx="1742773" cy="461665"/>
          </a:xfrm>
          <a:prstGeom prst="roundRect">
            <a:avLst/>
          </a:prstGeom>
          <a:solidFill>
            <a:srgbClr val="4E95D9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</a:rPr>
              <a:t>พาวเวอร์เซต </a:t>
            </a:r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DDD92502-A97C-F3AD-1919-1D9BCB781BAD}"/>
              </a:ext>
            </a:extLst>
          </p:cNvPr>
          <p:cNvSpPr txBox="1"/>
          <p:nvPr/>
        </p:nvSpPr>
        <p:spPr>
          <a:xfrm>
            <a:off x="3458432" y="5928886"/>
            <a:ext cx="61066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n[P(A)] = 4</a:t>
            </a:r>
            <a:endParaRPr lang="th-TH" sz="2400" b="1" dirty="0">
              <a:latin typeface="TH Sarabun New" panose="020B0500040200020003" pitchFamily="34" charset="-34"/>
              <a:ea typeface="Cambria Math" panose="02040503050406030204" pitchFamily="18" charset="0"/>
              <a:cs typeface="TH Sarabun New" panose="020B0500040200020003" pitchFamily="34" charset="-34"/>
            </a:endParaRP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A31D591-5937-7860-7125-3D2E8A6C0421}"/>
              </a:ext>
            </a:extLst>
          </p:cNvPr>
          <p:cNvSpPr txBox="1"/>
          <p:nvPr/>
        </p:nvSpPr>
        <p:spPr>
          <a:xfrm>
            <a:off x="349856" y="674088"/>
            <a:ext cx="11282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นิยาม พาวเวอร์เซต</a:t>
            </a:r>
          </a:p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พาวเวอร์เซตของเซต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เซตของสับเซตทั้งหมดของ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เขียนแทนด้วย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P(A)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9348831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94F51-0B58-403D-7ECD-5B04AFC6E6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6DDBE8EE-C956-7ECB-2D85-79A4A41E1820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5706EDA2-8540-C2E0-E7AB-C96DEC9315C4}"/>
              </a:ext>
            </a:extLst>
          </p:cNvPr>
          <p:cNvSpPr/>
          <p:nvPr/>
        </p:nvSpPr>
        <p:spPr>
          <a:xfrm>
            <a:off x="102700" y="1685677"/>
            <a:ext cx="3013544" cy="4921855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A0ED2397-E691-CEC8-91B9-C492F1FF5D08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สับเซตและพาวเวอร์เซต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E96D4B6E-FED6-3481-E0AE-0E946CBD3AFC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753CCBA2-0076-771A-868D-8E89F4CC976E}"/>
              </a:ext>
            </a:extLst>
          </p:cNvPr>
          <p:cNvGrpSpPr/>
          <p:nvPr/>
        </p:nvGrpSpPr>
        <p:grpSpPr>
          <a:xfrm>
            <a:off x="360137" y="4536744"/>
            <a:ext cx="2600077" cy="1210950"/>
            <a:chOff x="349857" y="3528265"/>
            <a:chExt cx="2600077" cy="12109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FAF66927-8CAA-42A9-D76F-E5347D6BE7BB}"/>
                </a:ext>
              </a:extLst>
            </p:cNvPr>
            <p:cNvSpPr txBox="1"/>
            <p:nvPr/>
          </p:nvSpPr>
          <p:spPr>
            <a:xfrm>
              <a:off x="724889" y="3528265"/>
              <a:ext cx="1724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6065A40C-48EB-79C6-65DC-3B47527F6DAC}"/>
                </a:ext>
              </a:extLst>
            </p:cNvPr>
            <p:cNvGrpSpPr/>
            <p:nvPr/>
          </p:nvGrpSpPr>
          <p:grpSpPr>
            <a:xfrm>
              <a:off x="349857" y="3961738"/>
              <a:ext cx="2600077" cy="777477"/>
              <a:chOff x="349857" y="3429000"/>
              <a:chExt cx="2600077" cy="777477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AFDB518F-426A-47EA-8748-F0496A952A46}"/>
                  </a:ext>
                </a:extLst>
              </p:cNvPr>
              <p:cNvSpPr/>
              <p:nvPr/>
            </p:nvSpPr>
            <p:spPr>
              <a:xfrm>
                <a:off x="349857" y="3429000"/>
                <a:ext cx="2600077" cy="777477"/>
              </a:xfrm>
              <a:prstGeom prst="roundRect">
                <a:avLst>
                  <a:gd name="adj" fmla="val 702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E3CB5E86-2F3B-768A-523D-050E54446505}"/>
                      </a:ext>
                    </a:extLst>
                  </p:cNvPr>
                  <p:cNvSpPr/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E3CB5E86-2F3B-768A-523D-050E54446505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860EA826-2560-F912-9971-02175BFDA560}"/>
                  </a:ext>
                </a:extLst>
              </p:cNvPr>
              <p:cNvSpPr/>
              <p:nvPr/>
            </p:nvSpPr>
            <p:spPr>
              <a:xfrm>
                <a:off x="1012458" y="3619346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3A376163-8913-1870-AC63-6B271CB1D717}"/>
                  </a:ext>
                </a:extLst>
              </p:cNvPr>
              <p:cNvSpPr/>
              <p:nvPr/>
            </p:nvSpPr>
            <p:spPr>
              <a:xfrm>
                <a:off x="1497491" y="3619344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CA86C32B-59F6-4096-6A19-3D1697D3A0EB}"/>
                  </a:ext>
                </a:extLst>
              </p:cNvPr>
              <p:cNvSpPr/>
              <p:nvPr/>
            </p:nvSpPr>
            <p:spPr>
              <a:xfrm>
                <a:off x="1974568" y="3622535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3F5C7024-C2D0-6666-27F9-5F71AC452338}"/>
                  </a:ext>
                </a:extLst>
              </p:cNvPr>
              <p:cNvSpPr/>
              <p:nvPr/>
            </p:nvSpPr>
            <p:spPr>
              <a:xfrm>
                <a:off x="2416654" y="3622531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AEBF08E-DC01-5374-F4FD-27A376D2D37E}"/>
                  </a:ext>
                </a:extLst>
              </p:cNvPr>
              <p:cNvSpPr/>
              <p:nvPr/>
            </p:nvSpPr>
            <p:spPr>
              <a:xfrm>
                <a:off x="384642" y="5937222"/>
                <a:ext cx="1488889" cy="46166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{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 2" panose="05020102010507070707" pitchFamily="18" charset="2"/>
                  </a:rPr>
                  <a:t>, {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 2" panose="05020102010507070707" pitchFamily="18" charset="2"/>
                  </a:rPr>
                  <a:t>}</a:t>
                </a:r>
                <a:r>
                  <a:rPr lang="en-US" dirty="0">
                    <a:solidFill>
                      <a:schemeClr val="tx1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0AEBF08E-DC01-5374-F4FD-27A376D2D37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42" y="5937222"/>
                <a:ext cx="1488889" cy="461665"/>
              </a:xfrm>
              <a:prstGeom prst="roundRect">
                <a:avLst/>
              </a:prstGeom>
              <a:blipFill>
                <a:blip r:embed="rId3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0ACF3528-BE13-DF3A-B377-8BC47A805862}"/>
                  </a:ext>
                </a:extLst>
              </p:cNvPr>
              <p:cNvSpPr/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 xmlns="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0ACF3528-BE13-DF3A-B377-8BC47A805862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09" y="1685676"/>
                <a:ext cx="8789840" cy="4921855"/>
              </a:xfrm>
              <a:prstGeom prst="roundRect">
                <a:avLst>
                  <a:gd name="adj" fmla="val 350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64C6B1A0-1ABD-8913-8720-9AF1AB81CD69}"/>
              </a:ext>
            </a:extLst>
          </p:cNvPr>
          <p:cNvSpPr/>
          <p:nvPr/>
        </p:nvSpPr>
        <p:spPr>
          <a:xfrm>
            <a:off x="102700" y="645229"/>
            <a:ext cx="11986600" cy="927991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1E97CA-E4F2-70F9-1547-9E26C6713182}"/>
                  </a:ext>
                </a:extLst>
              </p:cNvPr>
              <p:cNvSpPr txBox="1"/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นิยาม สับเซต</a:t>
                </a:r>
              </a:p>
              <a:p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เป็นสับเซตของเซต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ก็ต่อเมื่อ สมาชิกทุกตัวของเซต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เป็นสมาชิกของเซต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B </a:t>
                </a:r>
                <a:r>
                  <a:rPr lang="th-TH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เขียนแทนด้วย </a:t>
                </a:r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</a:t>
                </a:r>
                <a14:m>
                  <m:oMath xmlns:m="http://schemas.openxmlformats.org/officeDocument/2006/math">
                    <m:r>
                      <a:rPr lang="en-US" sz="2000" b="1" i="1" smtClean="0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⊆</m:t>
                    </m:r>
                  </m:oMath>
                </a14:m>
                <a:r>
                  <a:rPr lang="en-US" sz="2800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 B</a:t>
                </a:r>
                <a:endParaRPr lang="th-TH" sz="2800" b="1" dirty="0">
                  <a:latin typeface="TH Sarabun New" panose="020B0500040200020003" pitchFamily="34" charset="-34"/>
                  <a:cs typeface="TH Sarabun New" panose="020B0500040200020003" pitchFamily="34" charset="-34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F81E97CA-E4F2-70F9-1547-9E26C671318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49856" y="674088"/>
                <a:ext cx="11282901" cy="954107"/>
              </a:xfrm>
              <a:prstGeom prst="rect">
                <a:avLst/>
              </a:prstGeom>
              <a:blipFill>
                <a:blip r:embed="rId5"/>
                <a:stretch>
                  <a:fillRect l="-1080" t="-7051" b="-1730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38" name="Group 37">
            <a:extLst>
              <a:ext uri="{FF2B5EF4-FFF2-40B4-BE49-F238E27FC236}">
                <a16:creationId xmlns:a16="http://schemas.microsoft.com/office/drawing/2014/main" id="{23C36CAC-4DED-79C4-49DE-A542D45370B1}"/>
              </a:ext>
            </a:extLst>
          </p:cNvPr>
          <p:cNvGrpSpPr/>
          <p:nvPr/>
        </p:nvGrpSpPr>
        <p:grpSpPr>
          <a:xfrm>
            <a:off x="349856" y="3183963"/>
            <a:ext cx="2530339" cy="1327994"/>
            <a:chOff x="359129" y="2119997"/>
            <a:chExt cx="2530339" cy="13279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38A57A00-D741-EA5B-750C-B6E1FA8D98D4}"/>
                </a:ext>
              </a:extLst>
            </p:cNvPr>
            <p:cNvSpPr txBox="1"/>
            <p:nvPr/>
          </p:nvSpPr>
          <p:spPr>
            <a:xfrm>
              <a:off x="707662" y="2119997"/>
              <a:ext cx="1844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รูปแบบของสมาชิก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439FA220-7BB4-BE67-8A88-ECA89856E9E8}"/>
                </a:ext>
              </a:extLst>
            </p:cNvPr>
            <p:cNvSpPr/>
            <p:nvPr/>
          </p:nvSpPr>
          <p:spPr>
            <a:xfrm>
              <a:off x="359129" y="2590752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CDA10735-8872-3D33-D616-6601C914B885}"/>
                </a:ext>
              </a:extLst>
            </p:cNvPr>
            <p:cNvSpPr/>
            <p:nvPr/>
          </p:nvSpPr>
          <p:spPr>
            <a:xfrm>
              <a:off x="1741828" y="2603830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1E7E36D0-FDC5-A085-2AED-D89D94352C9E}"/>
                </a:ext>
              </a:extLst>
            </p:cNvPr>
            <p:cNvSpPr/>
            <p:nvPr/>
          </p:nvSpPr>
          <p:spPr>
            <a:xfrm>
              <a:off x="359129" y="3081904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31704E0-556F-0AF9-769E-612F4858F07E}"/>
                </a:ext>
              </a:extLst>
            </p:cNvPr>
            <p:cNvSpPr/>
            <p:nvPr/>
          </p:nvSpPr>
          <p:spPr>
            <a:xfrm>
              <a:off x="1751106" y="3082231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{}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67953BF2-65F5-8469-5F26-30AEBD6825D5}"/>
              </a:ext>
            </a:extLst>
          </p:cNvPr>
          <p:cNvSpPr txBox="1"/>
          <p:nvPr/>
        </p:nvSpPr>
        <p:spPr>
          <a:xfrm>
            <a:off x="188877" y="1913921"/>
            <a:ext cx="2922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เลือกรูปแบบสมาชิกและสมาชิก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แล้วกดปุ่มเพิ่มเพื่อสร้างเซต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(เลือกสมาชิกได้สูงสุด 4 ตัว)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AFEA521E-D2C0-3933-0BB4-5D0B1B11FBC4}"/>
              </a:ext>
            </a:extLst>
          </p:cNvPr>
          <p:cNvSpPr/>
          <p:nvPr/>
        </p:nvSpPr>
        <p:spPr>
          <a:xfrm>
            <a:off x="1955655" y="5937221"/>
            <a:ext cx="1004560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เพิ่ม</a:t>
            </a:r>
            <a:endParaRPr lang="en-US" sz="2400" b="1" dirty="0">
              <a:solidFill>
                <a:schemeClr val="bg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987A02D-6884-8030-03D8-4AC65E3384E9}"/>
              </a:ext>
            </a:extLst>
          </p:cNvPr>
          <p:cNvGrpSpPr/>
          <p:nvPr/>
        </p:nvGrpSpPr>
        <p:grpSpPr>
          <a:xfrm>
            <a:off x="3417407" y="1857605"/>
            <a:ext cx="8455993" cy="4801314"/>
            <a:chOff x="3417407" y="1857605"/>
            <a:chExt cx="8455993" cy="48013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1574AA0-F4C2-D588-CB92-460DE32A5561}"/>
                    </a:ext>
                  </a:extLst>
                </p:cNvPr>
                <p:cNvSpPr txBox="1"/>
                <p:nvPr/>
              </p:nvSpPr>
              <p:spPr>
                <a:xfrm>
                  <a:off x="3417407" y="1857605"/>
                  <a:ext cx="8455993" cy="48013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= {1, 2, {1}, {1, 2}}</a:t>
                  </a: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สับเซตที่ไม่มีสมาชิกของ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endParaRPr lang="en-US" sz="2000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สับเซตที่มีสมาชิก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1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 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{1}, {2} , {{1}}, {{1, 2}}</a:t>
                  </a: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สับเซตที่มีสมาชิก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2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 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{1, 2}, {1, {1}}, {1, {1, 2}}, {2, {1}}, {2, {1, 2}}, {{1}, {1, 2}}</a:t>
                  </a: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สับเซตที่มีสมาชิก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3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 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{1, 2, {1}}, {1, 2, {1, 2}}, {1, {1}, {1, 2}}, {2, {1}, {1, 2}}</a:t>
                  </a: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สับเซตที่มีสมาชิก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4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ตัว 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{1, 2, {1}, {1,2}}</a:t>
                  </a: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ดังนั้น สับเซตทั้งหมดของ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,</a:t>
                  </a:r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{1}, {2} , {{1}}, {{1, 2}}, {1, 2}, {1, {1}}, {1, {1, 2}}, {2, {1}}, </a:t>
                  </a:r>
                </a:p>
                <a:p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{2, {1, 2}}, {{1}, {1, 2}}, {1, 2, {1}}, {1, 2, {1, 2}}, {1, {1}, {1, 2}}, {2, {1}, {1, 2}}, {1, 2, {1}, {1,2}}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21574AA0-F4C2-D588-CB92-460DE32A5561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7407" y="1857605"/>
                  <a:ext cx="8455993" cy="4801314"/>
                </a:xfrm>
                <a:prstGeom prst="rect">
                  <a:avLst/>
                </a:prstGeom>
                <a:blipFill>
                  <a:blip r:embed="rId6"/>
                  <a:stretch>
                    <a:fillRect l="-1154" t="-10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35A7FAA-36E6-F2DB-CFB4-3C3833965F68}"/>
                    </a:ext>
                  </a:extLst>
                </p:cNvPr>
                <p:cNvSpPr txBox="1"/>
                <p:nvPr/>
              </p:nvSpPr>
              <p:spPr>
                <a:xfrm>
                  <a:off x="3417407" y="4839159"/>
                  <a:ext cx="6106600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จำนวนสับเซตทั้งหมดของ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เท่ากับ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𝟒</m:t>
                          </m:r>
                        </m:sup>
                      </m:sSup>
                    </m:oMath>
                  </a14:m>
                  <a:r>
                    <a:rPr lang="en-US" sz="16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 =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16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เซต</a:t>
                  </a:r>
                </a:p>
              </p:txBody>
            </p:sp>
          </mc:Choice>
          <mc:Fallback xmlns="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B35A7FAA-36E6-F2DB-CFB4-3C3833965F68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7407" y="4839159"/>
                  <a:ext cx="6106600" cy="470000"/>
                </a:xfrm>
                <a:prstGeom prst="rect">
                  <a:avLst/>
                </a:prstGeom>
                <a:blipFill>
                  <a:blip r:embed="rId7"/>
                  <a:stretch>
                    <a:fillRect l="-1598" t="-10390" b="-27273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209427F1-B364-27DC-D0DD-2EC43EE98580}"/>
              </a:ext>
            </a:extLst>
          </p:cNvPr>
          <p:cNvSpPr/>
          <p:nvPr/>
        </p:nvSpPr>
        <p:spPr>
          <a:xfrm>
            <a:off x="9955363" y="1825727"/>
            <a:ext cx="1742773" cy="461665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tx1"/>
                </a:solidFill>
              </a:rPr>
              <a:t>พาวเวอร์เซต </a:t>
            </a:r>
            <a:r>
              <a:rPr lang="en-US" sz="2400" b="1" dirty="0">
                <a:solidFill>
                  <a:schemeClr val="tx1"/>
                </a:solidFill>
              </a:rPr>
              <a:t>A</a:t>
            </a:r>
          </a:p>
        </p:txBody>
      </p:sp>
    </p:spTree>
    <p:extLst>
      <p:ext uri="{BB962C8B-B14F-4D97-AF65-F5344CB8AC3E}">
        <p14:creationId xmlns:p14="http://schemas.microsoft.com/office/powerpoint/2010/main" val="14197714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F641A5C-06F7-95C1-0286-2CE101DA4C7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948B9AC5-124E-3E81-F65C-CAAD82BA5F9F}"/>
              </a:ext>
            </a:extLst>
          </p:cNvPr>
          <p:cNvSpPr/>
          <p:nvPr/>
        </p:nvSpPr>
        <p:spPr>
          <a:xfrm>
            <a:off x="0" y="0"/>
            <a:ext cx="12192000" cy="578077"/>
          </a:xfrm>
          <a:prstGeom prst="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6" name="Rectangle: Rounded Corners 25">
            <a:extLst>
              <a:ext uri="{FF2B5EF4-FFF2-40B4-BE49-F238E27FC236}">
                <a16:creationId xmlns:a16="http://schemas.microsoft.com/office/drawing/2014/main" id="{4FB5C0E0-D22C-FC8C-1CB5-6D1EAEF3B657}"/>
              </a:ext>
            </a:extLst>
          </p:cNvPr>
          <p:cNvSpPr/>
          <p:nvPr/>
        </p:nvSpPr>
        <p:spPr>
          <a:xfrm>
            <a:off x="102700" y="1685677"/>
            <a:ext cx="3013544" cy="4921855"/>
          </a:xfrm>
          <a:prstGeom prst="roundRect">
            <a:avLst>
              <a:gd name="adj" fmla="val 4002"/>
            </a:avLst>
          </a:prstGeom>
          <a:solidFill>
            <a:schemeClr val="bg1">
              <a:lumMod val="95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5D40E5-4AA7-A1AA-1665-D96988512968}"/>
              </a:ext>
            </a:extLst>
          </p:cNvPr>
          <p:cNvSpPr txBox="1"/>
          <p:nvPr/>
        </p:nvSpPr>
        <p:spPr>
          <a:xfrm>
            <a:off x="349857" y="79515"/>
            <a:ext cx="6718852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solidFill>
                  <a:schemeClr val="bg1"/>
                </a:solidFill>
                <a:latin typeface="TH Sarabun New" panose="020B0500040200020003" pitchFamily="34" charset="-34"/>
                <a:cs typeface="TH Sarabun New" panose="020B0500040200020003" pitchFamily="34" charset="-34"/>
              </a:rPr>
              <a:t>สับเซตและพาวเวอร์เซต</a:t>
            </a:r>
            <a:endParaRPr lang="en-US" sz="2800" b="1" dirty="0">
              <a:solidFill>
                <a:schemeClr val="bg1"/>
              </a:solidFill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15D2D218-751D-7180-DFF1-71ABD2DC7370}"/>
              </a:ext>
            </a:extLst>
          </p:cNvPr>
          <p:cNvCxnSpPr/>
          <p:nvPr/>
        </p:nvCxnSpPr>
        <p:spPr>
          <a:xfrm>
            <a:off x="0" y="588395"/>
            <a:ext cx="12192000" cy="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grpSp>
        <p:nvGrpSpPr>
          <p:cNvPr id="40" name="Group 39">
            <a:extLst>
              <a:ext uri="{FF2B5EF4-FFF2-40B4-BE49-F238E27FC236}">
                <a16:creationId xmlns:a16="http://schemas.microsoft.com/office/drawing/2014/main" id="{D9BAD38C-B430-4CE4-8887-B84AE6D43763}"/>
              </a:ext>
            </a:extLst>
          </p:cNvPr>
          <p:cNvGrpSpPr/>
          <p:nvPr/>
        </p:nvGrpSpPr>
        <p:grpSpPr>
          <a:xfrm>
            <a:off x="360137" y="4536744"/>
            <a:ext cx="2600077" cy="1210950"/>
            <a:chOff x="349857" y="3528265"/>
            <a:chExt cx="2600077" cy="1210950"/>
          </a:xfrm>
        </p:grpSpPr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4BE363D-4F30-A038-C711-AFF45F81306F}"/>
                </a:ext>
              </a:extLst>
            </p:cNvPr>
            <p:cNvSpPr txBox="1"/>
            <p:nvPr/>
          </p:nvSpPr>
          <p:spPr>
            <a:xfrm>
              <a:off x="724889" y="3528265"/>
              <a:ext cx="172410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grpSp>
          <p:nvGrpSpPr>
            <p:cNvPr id="27" name="Group 26">
              <a:extLst>
                <a:ext uri="{FF2B5EF4-FFF2-40B4-BE49-F238E27FC236}">
                  <a16:creationId xmlns:a16="http://schemas.microsoft.com/office/drawing/2014/main" id="{D77D27AE-D0D2-29D3-0E66-8FF0925F4234}"/>
                </a:ext>
              </a:extLst>
            </p:cNvPr>
            <p:cNvGrpSpPr/>
            <p:nvPr/>
          </p:nvGrpSpPr>
          <p:grpSpPr>
            <a:xfrm>
              <a:off x="349857" y="3961738"/>
              <a:ext cx="2600077" cy="777477"/>
              <a:chOff x="349857" y="3429000"/>
              <a:chExt cx="2600077" cy="777477"/>
            </a:xfrm>
          </p:grpSpPr>
          <p:sp>
            <p:nvSpPr>
              <p:cNvPr id="28" name="Rectangle: Rounded Corners 27">
                <a:extLst>
                  <a:ext uri="{FF2B5EF4-FFF2-40B4-BE49-F238E27FC236}">
                    <a16:creationId xmlns:a16="http://schemas.microsoft.com/office/drawing/2014/main" id="{F1CF9792-036B-7EBF-069A-A2658F3F5332}"/>
                  </a:ext>
                </a:extLst>
              </p:cNvPr>
              <p:cNvSpPr/>
              <p:nvPr/>
            </p:nvSpPr>
            <p:spPr>
              <a:xfrm>
                <a:off x="349857" y="3429000"/>
                <a:ext cx="2600077" cy="777477"/>
              </a:xfrm>
              <a:prstGeom prst="roundRect">
                <a:avLst>
                  <a:gd name="adj" fmla="val 7028"/>
                </a:avLst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mc:AlternateContent xmlns:mc="http://schemas.openxmlformats.org/markup-compatibility/2006" xmlns:a14="http://schemas.microsoft.com/office/drawing/2010/main">
            <mc:Choice Requires="a14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026E9020-D7DB-545A-EF9E-8FDFF231216A}"/>
                      </a:ext>
                    </a:extLst>
                  </p:cNvPr>
                  <p:cNvSpPr/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solidFill>
                    <a:schemeClr val="bg1"/>
                  </a:solidFill>
                </p:spPr>
                <p:style>
                  <a:lnRef idx="2">
                    <a:schemeClr val="accent1">
                      <a:shade val="15000"/>
                    </a:schemeClr>
                  </a:lnRef>
                  <a:fillRef idx="1">
                    <a:schemeClr val="accent1"/>
                  </a:fillRef>
                  <a:effectRef idx="0">
                    <a:schemeClr val="accent1"/>
                  </a:effectRef>
                  <a:fontRef idx="minor">
                    <a:schemeClr val="lt1"/>
                  </a:fontRef>
                </p:style>
                <p:txBody>
                  <a:bodyPr rtlCol="0" anchor="ctr"/>
                  <a:lstStyle/>
                  <a:p>
                    <a:pPr algn="ctr"/>
                    <a14:m>
                      <m:oMathPara xmlns:m="http://schemas.openxmlformats.org/officeDocument/2006/math">
                        <m:oMathParaPr>
                          <m:jc m:val="center"/>
                        </m:oMathParaPr>
                        <m:oMath>
                          <m:r>
                            <a:rPr lang="en-US" b="0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US" i="1" smtClean="0">
                              <a:solidFill>
                                <a:schemeClr val="tx1"/>
                              </a:solidFill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oMath>
                      </m:oMathPara>
                    </a14:m>
                    <a:endParaRPr lang="en-US" dirty="0">
                      <a:solidFill>
                        <a:schemeClr val="tx1"/>
                      </a:solidFill>
                    </a:endParaRPr>
                  </a:p>
                </p:txBody>
              </p:sp>
            </mc:Choice>
            <mc:Fallback xmlns="">
              <p:sp>
                <p:nvSpPr>
                  <p:cNvPr id="29" name="Rectangle: Rounded Corners 28">
                    <a:extLst>
                      <a:ext uri="{FF2B5EF4-FFF2-40B4-BE49-F238E27FC236}">
                        <a16:creationId xmlns:a16="http://schemas.microsoft.com/office/drawing/2014/main" id="{026E9020-D7DB-545A-EF9E-8FDFF231216A}"/>
                      </a:ext>
                    </a:extLst>
                  </p:cNvPr>
                  <p:cNvSpPr>
                    <a:spLocks noRot="1" noChangeAspect="1" noMove="1" noResize="1" noEditPoints="1" noAdjustHandles="1" noChangeArrowheads="1" noChangeShapeType="1" noTextEdit="1"/>
                  </p:cNvSpPr>
                  <p:nvPr/>
                </p:nvSpPr>
                <p:spPr>
                  <a:xfrm>
                    <a:off x="542009" y="3619594"/>
                    <a:ext cx="365760" cy="365760"/>
                  </a:xfrm>
                  <a:prstGeom prst="roundRect">
                    <a:avLst/>
                  </a:prstGeom>
                  <a:blipFill>
                    <a:blip r:embed="rId2"/>
                    <a:stretch>
                      <a:fillRect/>
                    </a:stretch>
                  </a:blipFill>
                </p:spPr>
                <p:txBody>
                  <a:bodyPr/>
                  <a:lstStyle/>
                  <a:p>
                    <a:r>
                      <a:rPr lang="en-US">
                        <a:noFill/>
                      </a:rPr>
                      <a:t> </a:t>
                    </a:r>
                  </a:p>
                </p:txBody>
              </p:sp>
            </mc:Fallback>
          </mc:AlternateContent>
          <p:sp>
            <p:nvSpPr>
              <p:cNvPr id="31" name="Rectangle: Rounded Corners 30">
                <a:extLst>
                  <a:ext uri="{FF2B5EF4-FFF2-40B4-BE49-F238E27FC236}">
                    <a16:creationId xmlns:a16="http://schemas.microsoft.com/office/drawing/2014/main" id="{0579B912-30E4-8DD7-D1AD-05363273D947}"/>
                  </a:ext>
                </a:extLst>
              </p:cNvPr>
              <p:cNvSpPr/>
              <p:nvPr/>
            </p:nvSpPr>
            <p:spPr>
              <a:xfrm>
                <a:off x="1012458" y="3619346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1</a:t>
                </a:r>
              </a:p>
            </p:txBody>
          </p:sp>
          <p:sp>
            <p:nvSpPr>
              <p:cNvPr id="33" name="Rectangle: Rounded Corners 32">
                <a:extLst>
                  <a:ext uri="{FF2B5EF4-FFF2-40B4-BE49-F238E27FC236}">
                    <a16:creationId xmlns:a16="http://schemas.microsoft.com/office/drawing/2014/main" id="{36B23CE2-AE95-76DC-EE81-535F1CC79881}"/>
                  </a:ext>
                </a:extLst>
              </p:cNvPr>
              <p:cNvSpPr/>
              <p:nvPr/>
            </p:nvSpPr>
            <p:spPr>
              <a:xfrm>
                <a:off x="1497491" y="3619344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2</a:t>
                </a:r>
              </a:p>
            </p:txBody>
          </p:sp>
          <p:sp>
            <p:nvSpPr>
              <p:cNvPr id="35" name="Rectangle: Rounded Corners 34">
                <a:extLst>
                  <a:ext uri="{FF2B5EF4-FFF2-40B4-BE49-F238E27FC236}">
                    <a16:creationId xmlns:a16="http://schemas.microsoft.com/office/drawing/2014/main" id="{004205CB-B9CC-9CF5-281C-C0E010ACAF54}"/>
                  </a:ext>
                </a:extLst>
              </p:cNvPr>
              <p:cNvSpPr/>
              <p:nvPr/>
            </p:nvSpPr>
            <p:spPr>
              <a:xfrm>
                <a:off x="1974568" y="3622535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3</a:t>
                </a:r>
              </a:p>
            </p:txBody>
          </p:sp>
          <p:sp>
            <p:nvSpPr>
              <p:cNvPr id="37" name="Rectangle: Rounded Corners 36">
                <a:extLst>
                  <a:ext uri="{FF2B5EF4-FFF2-40B4-BE49-F238E27FC236}">
                    <a16:creationId xmlns:a16="http://schemas.microsoft.com/office/drawing/2014/main" id="{F437AFE3-3795-F417-9E53-44DAB79301EB}"/>
                  </a:ext>
                </a:extLst>
              </p:cNvPr>
              <p:cNvSpPr/>
              <p:nvPr/>
            </p:nvSpPr>
            <p:spPr>
              <a:xfrm>
                <a:off x="2416654" y="3622531"/>
                <a:ext cx="365760" cy="365760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4</a:t>
                </a:r>
              </a:p>
            </p:txBody>
          </p: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63E53D8C-9E5E-F5FA-4AF5-71A2531F225E}"/>
                  </a:ext>
                </a:extLst>
              </p:cNvPr>
              <p:cNvSpPr/>
              <p:nvPr/>
            </p:nvSpPr>
            <p:spPr>
              <a:xfrm>
                <a:off x="384642" y="5937222"/>
                <a:ext cx="1488889" cy="461665"/>
              </a:xfrm>
              <a:prstGeom prst="roundRect">
                <a:avLst/>
              </a:prstGeom>
              <a:solidFill>
                <a:schemeClr val="bg1"/>
              </a:solidFill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dirty="0">
                    <a:solidFill>
                      <a:schemeClr val="tx1"/>
                    </a:solidFill>
                  </a:rPr>
                  <a:t>{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 2" panose="05020102010507070707" pitchFamily="18" charset="2"/>
                  </a:rPr>
                  <a:t>, {</a:t>
                </a:r>
                <a14:m>
                  <m:oMath xmlns:m="http://schemas.openxmlformats.org/officeDocument/2006/math">
                    <m:r>
                      <a:rPr lang="en-US" i="1">
                        <a:solidFill>
                          <a:schemeClr val="tx1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∅</m:t>
                    </m:r>
                  </m:oMath>
                </a14:m>
                <a:r>
                  <a:rPr lang="en-US" dirty="0">
                    <a:solidFill>
                      <a:schemeClr val="tx1"/>
                    </a:solidFill>
                    <a:sym typeface="Wingdings 2" panose="05020102010507070707" pitchFamily="18" charset="2"/>
                  </a:rPr>
                  <a:t>}</a:t>
                </a:r>
                <a:r>
                  <a:rPr lang="en-US" dirty="0">
                    <a:solidFill>
                      <a:schemeClr val="tx1"/>
                    </a:solidFill>
                  </a:rPr>
                  <a:t>}</a:t>
                </a:r>
              </a:p>
            </p:txBody>
          </p:sp>
        </mc:Choice>
        <mc:Fallback xmlns="">
          <p:sp>
            <p:nvSpPr>
              <p:cNvPr id="60" name="Rectangle: Rounded Corners 59">
                <a:extLst>
                  <a:ext uri="{FF2B5EF4-FFF2-40B4-BE49-F238E27FC236}">
                    <a16:creationId xmlns:a16="http://schemas.microsoft.com/office/drawing/2014/main" id="{63E53D8C-9E5E-F5FA-4AF5-71A2531F225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84642" y="5937222"/>
                <a:ext cx="1488889" cy="461665"/>
              </a:xfrm>
              <a:prstGeom prst="roundRect">
                <a:avLst/>
              </a:prstGeom>
              <a:blipFill>
                <a:blip r:embed="rId3"/>
                <a:stretch>
                  <a:fillRect b="-8861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C23E60F8-7629-5B13-EBCB-30DBA320795A}"/>
                  </a:ext>
                </a:extLst>
              </p:cNvPr>
              <p:cNvSpPr/>
              <p:nvPr/>
            </p:nvSpPr>
            <p:spPr>
              <a:xfrm>
                <a:off x="3291509" y="1685677"/>
                <a:ext cx="8789840" cy="4598854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61" name="Rectangle: Rounded Corners 60">
                <a:extLst>
                  <a:ext uri="{FF2B5EF4-FFF2-40B4-BE49-F238E27FC236}">
                    <a16:creationId xmlns:a16="http://schemas.microsoft.com/office/drawing/2014/main" id="{C23E60F8-7629-5B13-EBCB-30DBA320795A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291509" y="1685677"/>
                <a:ext cx="8789840" cy="4598854"/>
              </a:xfrm>
              <a:prstGeom prst="roundRect">
                <a:avLst>
                  <a:gd name="adj" fmla="val 3501"/>
                </a:avLst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7C13E474-C3F4-FA19-BB74-BBDED6135E6B}"/>
              </a:ext>
            </a:extLst>
          </p:cNvPr>
          <p:cNvSpPr/>
          <p:nvPr/>
        </p:nvSpPr>
        <p:spPr>
          <a:xfrm>
            <a:off x="102700" y="645229"/>
            <a:ext cx="11986600" cy="927991"/>
          </a:xfrm>
          <a:prstGeom prst="roundRect">
            <a:avLst>
              <a:gd name="adj" fmla="val 3501"/>
            </a:avLst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38060F4-286A-B499-3D6B-004B4506918E}"/>
              </a:ext>
            </a:extLst>
          </p:cNvPr>
          <p:cNvSpPr txBox="1"/>
          <p:nvPr/>
        </p:nvSpPr>
        <p:spPr>
          <a:xfrm>
            <a:off x="349856" y="674088"/>
            <a:ext cx="11282901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นิยาม พาวเวอร์เซต</a:t>
            </a:r>
          </a:p>
          <a:p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พาวเวอร์เซตของเซต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คือ เซตของสับเซตทั้งหมดของ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 </a:t>
            </a:r>
            <a:r>
              <a:rPr lang="th-TH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เขียนแทนด้วย </a:t>
            </a:r>
            <a:r>
              <a:rPr lang="en-US" sz="28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P(A)</a:t>
            </a:r>
            <a:endParaRPr lang="th-TH" sz="28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grpSp>
        <p:nvGrpSpPr>
          <p:cNvPr id="38" name="Group 37">
            <a:extLst>
              <a:ext uri="{FF2B5EF4-FFF2-40B4-BE49-F238E27FC236}">
                <a16:creationId xmlns:a16="http://schemas.microsoft.com/office/drawing/2014/main" id="{992D8DAF-7B5D-214F-CA45-D0972DFB13BE}"/>
              </a:ext>
            </a:extLst>
          </p:cNvPr>
          <p:cNvGrpSpPr/>
          <p:nvPr/>
        </p:nvGrpSpPr>
        <p:grpSpPr>
          <a:xfrm>
            <a:off x="349856" y="3183963"/>
            <a:ext cx="2530339" cy="1327994"/>
            <a:chOff x="359129" y="2119997"/>
            <a:chExt cx="2530339" cy="1327994"/>
          </a:xfrm>
        </p:grpSpPr>
        <p:sp>
          <p:nvSpPr>
            <p:cNvPr id="23" name="TextBox 22">
              <a:extLst>
                <a:ext uri="{FF2B5EF4-FFF2-40B4-BE49-F238E27FC236}">
                  <a16:creationId xmlns:a16="http://schemas.microsoft.com/office/drawing/2014/main" id="{7FA0EB31-70CF-C486-1354-BD79F51E2764}"/>
                </a:ext>
              </a:extLst>
            </p:cNvPr>
            <p:cNvSpPr txBox="1"/>
            <p:nvPr/>
          </p:nvSpPr>
          <p:spPr>
            <a:xfrm>
              <a:off x="707662" y="2119997"/>
              <a:ext cx="1844699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th-TH" sz="2400" b="1" dirty="0">
                  <a:latin typeface="TH Sarabun New" panose="020B0500040200020003" pitchFamily="34" charset="-34"/>
                  <a:cs typeface="TH Sarabun New" panose="020B0500040200020003" pitchFamily="34" charset="-34"/>
                </a:rPr>
                <a:t>รูปแบบของสมาชิก</a:t>
              </a:r>
              <a:endPara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endParaRPr>
            </a:p>
          </p:txBody>
        </p:sp>
        <p:sp>
          <p:nvSpPr>
            <p:cNvPr id="22" name="Rectangle: Rounded Corners 21">
              <a:extLst>
                <a:ext uri="{FF2B5EF4-FFF2-40B4-BE49-F238E27FC236}">
                  <a16:creationId xmlns:a16="http://schemas.microsoft.com/office/drawing/2014/main" id="{F4C2F67A-224F-88BD-86CB-964BEAC5C6EF}"/>
                </a:ext>
              </a:extLst>
            </p:cNvPr>
            <p:cNvSpPr/>
            <p:nvPr/>
          </p:nvSpPr>
          <p:spPr>
            <a:xfrm>
              <a:off x="359129" y="2590752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endParaRPr lang="en-US" dirty="0">
                <a:solidFill>
                  <a:schemeClr val="tx1"/>
                </a:solidFill>
              </a:endParaRPr>
            </a:p>
          </p:txBody>
        </p:sp>
        <p:sp>
          <p:nvSpPr>
            <p:cNvPr id="25" name="Rectangle: Rounded Corners 24">
              <a:extLst>
                <a:ext uri="{FF2B5EF4-FFF2-40B4-BE49-F238E27FC236}">
                  <a16:creationId xmlns:a16="http://schemas.microsoft.com/office/drawing/2014/main" id="{569FCF8C-D6B0-F12C-E912-942804BEE60C}"/>
                </a:ext>
              </a:extLst>
            </p:cNvPr>
            <p:cNvSpPr/>
            <p:nvPr/>
          </p:nvSpPr>
          <p:spPr>
            <a:xfrm>
              <a:off x="1741828" y="2603830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2" name="Rectangle: Rounded Corners 31">
              <a:extLst>
                <a:ext uri="{FF2B5EF4-FFF2-40B4-BE49-F238E27FC236}">
                  <a16:creationId xmlns:a16="http://schemas.microsoft.com/office/drawing/2014/main" id="{CA360325-FE07-68D0-AC52-E017C07914DA}"/>
                </a:ext>
              </a:extLst>
            </p:cNvPr>
            <p:cNvSpPr/>
            <p:nvPr/>
          </p:nvSpPr>
          <p:spPr>
            <a:xfrm>
              <a:off x="359129" y="3081904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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  <p:sp>
          <p:nvSpPr>
            <p:cNvPr id="36" name="Rectangle: Rounded Corners 35">
              <a:extLst>
                <a:ext uri="{FF2B5EF4-FFF2-40B4-BE49-F238E27FC236}">
                  <a16:creationId xmlns:a16="http://schemas.microsoft.com/office/drawing/2014/main" id="{61399FDE-4146-8E59-1049-E57777E7ED68}"/>
                </a:ext>
              </a:extLst>
            </p:cNvPr>
            <p:cNvSpPr/>
            <p:nvPr/>
          </p:nvSpPr>
          <p:spPr>
            <a:xfrm>
              <a:off x="1751106" y="3082231"/>
              <a:ext cx="1138362" cy="365760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{</a:t>
              </a:r>
              <a:r>
                <a:rPr lang="en-US" dirty="0">
                  <a:solidFill>
                    <a:schemeClr val="tx1"/>
                  </a:solidFill>
                  <a:sym typeface="Wingdings 2" panose="05020102010507070707" pitchFamily="18" charset="2"/>
                </a:rPr>
                <a:t>, {}</a:t>
              </a:r>
              <a:r>
                <a:rPr lang="en-US" dirty="0">
                  <a:solidFill>
                    <a:schemeClr val="tx1"/>
                  </a:solidFill>
                </a:rPr>
                <a:t>}</a:t>
              </a:r>
            </a:p>
          </p:txBody>
        </p:sp>
      </p:grpSp>
      <p:sp>
        <p:nvSpPr>
          <p:cNvPr id="44" name="TextBox 43">
            <a:extLst>
              <a:ext uri="{FF2B5EF4-FFF2-40B4-BE49-F238E27FC236}">
                <a16:creationId xmlns:a16="http://schemas.microsoft.com/office/drawing/2014/main" id="{F88EA9F0-2257-129B-0FE4-0220FB8A32F6}"/>
              </a:ext>
            </a:extLst>
          </p:cNvPr>
          <p:cNvSpPr txBox="1"/>
          <p:nvPr/>
        </p:nvSpPr>
        <p:spPr>
          <a:xfrm>
            <a:off x="188877" y="1913921"/>
            <a:ext cx="2922035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เลือกรูปแบบสมาชิกและสมาชิก 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แล้วกดปุ่มเพิ่มเพื่อสร้างเซต </a:t>
            </a:r>
            <a:r>
              <a:rPr lang="en-US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A</a:t>
            </a:r>
            <a:endParaRPr lang="th-TH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  <a:p>
            <a:r>
              <a:rPr lang="th-TH" sz="2400" b="1" dirty="0">
                <a:latin typeface="TH Sarabun New" panose="020B0500040200020003" pitchFamily="34" charset="-34"/>
                <a:cs typeface="TH Sarabun New" panose="020B0500040200020003" pitchFamily="34" charset="-34"/>
              </a:rPr>
              <a:t>(เลือกสมาชิกได้สูงสุด 4 ตัว)</a:t>
            </a:r>
            <a:endParaRPr lang="en-US" sz="2400" b="1" dirty="0">
              <a:latin typeface="TH Sarabun New" panose="020B0500040200020003" pitchFamily="34" charset="-34"/>
              <a:cs typeface="TH Sarabun New" panose="020B0500040200020003" pitchFamily="34" charset="-34"/>
            </a:endParaRPr>
          </a:p>
        </p:txBody>
      </p:sp>
      <p:sp>
        <p:nvSpPr>
          <p:cNvPr id="48" name="Rectangle: Rounded Corners 47">
            <a:extLst>
              <a:ext uri="{FF2B5EF4-FFF2-40B4-BE49-F238E27FC236}">
                <a16:creationId xmlns:a16="http://schemas.microsoft.com/office/drawing/2014/main" id="{608D5631-D31B-D3E6-FCEC-5F9A2A444057}"/>
              </a:ext>
            </a:extLst>
          </p:cNvPr>
          <p:cNvSpPr/>
          <p:nvPr/>
        </p:nvSpPr>
        <p:spPr>
          <a:xfrm>
            <a:off x="1955655" y="5937221"/>
            <a:ext cx="1004560" cy="461665"/>
          </a:xfrm>
          <a:prstGeom prst="roundRect">
            <a:avLst/>
          </a:prstGeom>
          <a:solidFill>
            <a:srgbClr val="FF000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th-TH" sz="2400" b="1" dirty="0">
                <a:solidFill>
                  <a:schemeClr val="bg1"/>
                </a:solidFill>
              </a:rPr>
              <a:t>เพิ่ม</a:t>
            </a:r>
            <a:endParaRPr lang="en-US" sz="2400" b="1" dirty="0">
              <a:solidFill>
                <a:schemeClr val="bg1"/>
              </a:solidFill>
            </a:endParaRPr>
          </a:p>
        </p:txBody>
      </p:sp>
      <p:grpSp>
        <p:nvGrpSpPr>
          <p:cNvPr id="34" name="Group 33">
            <a:extLst>
              <a:ext uri="{FF2B5EF4-FFF2-40B4-BE49-F238E27FC236}">
                <a16:creationId xmlns:a16="http://schemas.microsoft.com/office/drawing/2014/main" id="{0153D681-B62C-0A33-2394-573CEB2B9B5B}"/>
              </a:ext>
            </a:extLst>
          </p:cNvPr>
          <p:cNvGrpSpPr/>
          <p:nvPr/>
        </p:nvGrpSpPr>
        <p:grpSpPr>
          <a:xfrm>
            <a:off x="3417407" y="1857605"/>
            <a:ext cx="8663942" cy="4598854"/>
            <a:chOff x="3417407" y="1857605"/>
            <a:chExt cx="8663942" cy="4801314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72E6D66-3BA1-849A-CE5B-90D654CA02F9}"/>
                    </a:ext>
                  </a:extLst>
                </p:cNvPr>
                <p:cNvSpPr txBox="1"/>
                <p:nvPr/>
              </p:nvSpPr>
              <p:spPr>
                <a:xfrm>
                  <a:off x="3417407" y="1857605"/>
                  <a:ext cx="8663942" cy="4801314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en-US" sz="2400" b="1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= {1, 2, {1}, {1, 2}}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สับเซตทั้งหมดของ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คือ </a:t>
                  </a:r>
                  <a14:m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,</a:t>
                  </a:r>
                  <a:r>
                    <a:rPr lang="en-US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{1}, {2}, {{1}}, {{1, 2}}, {1, 2}, {1, {1}}, {1, {1, 2}}, {2, {1}}, </a:t>
                  </a:r>
                </a:p>
                <a:p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{2, {1, 2}}, {{1}, {1, 2}}, {1, 2, {1}}, {1, 2, {1, 2}}, {1, {1}, {1, 2}}, {2, {1}, {1, 2}}, {1, 2, {1}, {1,2}}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P(A) = {</a:t>
                  </a:r>
                  <a14:m>
                    <m:oMath xmlns:m="http://schemas.openxmlformats.org/officeDocument/2006/math">
                      <m:r>
                        <a:rPr lang="en-US" sz="200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∅</m:t>
                      </m:r>
                    </m:oMath>
                  </a14:m>
                  <a:r>
                    <a:rPr lang="en-US" sz="2400" dirty="0">
                      <a:latin typeface="TH Sarabun New" panose="020B0500040200020003" pitchFamily="34" charset="-34"/>
                      <a:ea typeface="Cambria Math" panose="02040503050406030204" pitchFamily="18" charset="0"/>
                    </a:rPr>
                    <a:t>,</a:t>
                  </a:r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 {1}, {2} , {{1}}, {{1, 2}}, {1, 2}, {1, {1}}, {1, {1, 2}}, {2, {1}}, </a:t>
                  </a:r>
                </a:p>
                <a:p>
                  <a:r>
                    <a:rPr lang="en-US" sz="2400" dirty="0">
                      <a:latin typeface="TH Sarabun New" panose="020B0500040200020003" pitchFamily="34" charset="-34"/>
                      <a:cs typeface="TH Sarabun New" panose="020B0500040200020003" pitchFamily="34" charset="-34"/>
                    </a:rPr>
                    <a:t>{2, {1, 2}}, {{1}, {1, 2}}, {1, 2, {1}}, {1, 2, {1, 2}}, {1, {1}, {1, 2}}, {2, {1}, {1, 2}}, {1, 2, {1}, {1,2}}}</a:t>
                  </a: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  <a:p>
                  <a:endParaRPr lang="en-US" dirty="0">
                    <a:latin typeface="TH Sarabun New" panose="020B0500040200020003" pitchFamily="34" charset="-34"/>
                    <a:ea typeface="Cambria Math" panose="02040503050406030204" pitchFamily="18" charset="0"/>
                  </a:endParaRPr>
                </a:p>
                <a:p>
                  <a:endParaRPr lang="th-TH" sz="2400" dirty="0">
                    <a:latin typeface="TH Sarabun New" panose="020B0500040200020003" pitchFamily="34" charset="-34"/>
                    <a:cs typeface="TH Sarabun New" panose="020B0500040200020003" pitchFamily="34" charset="-34"/>
                  </a:endParaRPr>
                </a:p>
              </p:txBody>
            </p:sp>
          </mc:Choice>
          <mc:Fallback xmlns="">
            <p:sp>
              <p:nvSpPr>
                <p:cNvPr id="14" name="TextBox 13">
                  <a:extLst>
                    <a:ext uri="{FF2B5EF4-FFF2-40B4-BE49-F238E27FC236}">
                      <a16:creationId xmlns:a16="http://schemas.microsoft.com/office/drawing/2014/main" id="{472E6D66-3BA1-849A-CE5B-90D654CA02F9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7407" y="1857605"/>
                  <a:ext cx="8663942" cy="4801314"/>
                </a:xfrm>
                <a:prstGeom prst="rect">
                  <a:avLst/>
                </a:prstGeom>
                <a:blipFill>
                  <a:blip r:embed="rId5"/>
                  <a:stretch>
                    <a:fillRect l="-1126" t="-101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>
          <mc:Choice xmlns:a14="http://schemas.microsoft.com/office/drawing/2010/main" Requires="a14"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BDB0710-A9BB-C44A-27D3-850335634930}"/>
                    </a:ext>
                  </a:extLst>
                </p:cNvPr>
                <p:cNvSpPr txBox="1"/>
                <p:nvPr/>
              </p:nvSpPr>
              <p:spPr>
                <a:xfrm>
                  <a:off x="3417407" y="3575131"/>
                  <a:ext cx="6106600" cy="470000"/>
                </a:xfrm>
                <a:prstGeom prst="rect">
                  <a:avLst/>
                </a:prstGeom>
                <a:noFill/>
              </p:spPr>
              <p:txBody>
                <a:bodyPr wrap="square">
                  <a:spAutoFit/>
                </a:bodyPr>
                <a:lstStyle/>
                <a:p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จำนวนสับเซตทั้งหมดของ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A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เท่ากับ </a:t>
                  </a:r>
                  <a14:m>
                    <m:oMath xmlns:m="http://schemas.openxmlformats.org/officeDocument/2006/math">
                      <m:sSup>
                        <m:sSupPr>
                          <m:ctrlP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</m:ctrlPr>
                        </m:sSupPr>
                        <m:e>
                          <m:r>
                            <a:rPr lang="th-TH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𝟐</m:t>
                          </m:r>
                        </m:e>
                        <m:sup>
                          <m:r>
                            <a:rPr lang="en-US" sz="1600" b="1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  <a:cs typeface="TH Sarabun New" panose="020B0500040200020003" pitchFamily="34" charset="-34"/>
                            </a:rPr>
                            <m:t>𝟒</m:t>
                          </m:r>
                        </m:sup>
                      </m:sSup>
                    </m:oMath>
                  </a14:m>
                  <a:r>
                    <a:rPr lang="en-US" sz="16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 = </a:t>
                  </a:r>
                  <a:r>
                    <a:rPr lang="en-US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16 </a:t>
                  </a:r>
                  <a:r>
                    <a:rPr lang="th-TH" sz="2400" b="1" dirty="0">
                      <a:latin typeface="TH Sarabun New" panose="020B0500040200020003" pitchFamily="34" charset="-34"/>
                      <a:ea typeface="Cambria Math" panose="02040503050406030204" pitchFamily="18" charset="0"/>
                      <a:cs typeface="TH Sarabun New" panose="020B0500040200020003" pitchFamily="34" charset="-34"/>
                    </a:rPr>
                    <a:t>เซต</a:t>
                  </a:r>
                </a:p>
              </p:txBody>
            </p:sp>
          </mc:Choice>
          <mc:Fallback>
            <p:sp>
              <p:nvSpPr>
                <p:cNvPr id="51" name="TextBox 50">
                  <a:extLst>
                    <a:ext uri="{FF2B5EF4-FFF2-40B4-BE49-F238E27FC236}">
                      <a16:creationId xmlns:a16="http://schemas.microsoft.com/office/drawing/2014/main" id="{CBDB0710-A9BB-C44A-27D3-850335634930}"/>
                    </a:ext>
                  </a:extLst>
                </p:cNvPr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3417407" y="3575131"/>
                  <a:ext cx="6106600" cy="470000"/>
                </a:xfrm>
                <a:prstGeom prst="rect">
                  <a:avLst/>
                </a:prstGeom>
                <a:blipFill>
                  <a:blip r:embed="rId6"/>
                  <a:stretch>
                    <a:fillRect l="-1598" t="-10959" b="-34247"/>
                  </a:stretch>
                </a:blipFill>
              </p:spPr>
              <p:txBody>
                <a:bodyPr/>
                <a:lstStyle/>
                <a:p>
                  <a:r>
                    <a:rPr lang="en-US">
                      <a:noFill/>
                    </a:rPr>
                    <a:t> </a:t>
                  </a:r>
                </a:p>
              </p:txBody>
            </p:sp>
          </mc:Fallback>
        </mc:AlternateContent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120BD5A6-6A0F-3549-E464-27F9878BA785}"/>
              </a:ext>
            </a:extLst>
          </p:cNvPr>
          <p:cNvSpPr txBox="1"/>
          <p:nvPr/>
        </p:nvSpPr>
        <p:spPr>
          <a:xfrm>
            <a:off x="3417407" y="4937324"/>
            <a:ext cx="6106600" cy="47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b="1" dirty="0">
                <a:latin typeface="TH Sarabun New" panose="020B0500040200020003" pitchFamily="34" charset="-34"/>
                <a:ea typeface="Cambria Math" panose="02040503050406030204" pitchFamily="18" charset="0"/>
                <a:cs typeface="TH Sarabun New" panose="020B0500040200020003" pitchFamily="34" charset="-34"/>
              </a:rPr>
              <a:t>n[P(A)] = 16</a:t>
            </a:r>
            <a:endParaRPr lang="th-TH" sz="2400" b="1" dirty="0">
              <a:latin typeface="TH Sarabun New" panose="020B0500040200020003" pitchFamily="34" charset="-34"/>
              <a:ea typeface="Cambria Math" panose="02040503050406030204" pitchFamily="18" charset="0"/>
              <a:cs typeface="TH Sarabun New" panose="020B0500040200020003" pitchFamily="34" charset="-34"/>
            </a:endParaRPr>
          </a:p>
        </p:txBody>
      </p:sp>
    </p:spTree>
    <p:extLst>
      <p:ext uri="{BB962C8B-B14F-4D97-AF65-F5344CB8AC3E}">
        <p14:creationId xmlns:p14="http://schemas.microsoft.com/office/powerpoint/2010/main" val="28684146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DB41E88E-46F1-1A30-DE9D-47B0684ABEAE}"/>
                  </a:ext>
                </a:extLst>
              </p:cNvPr>
              <p:cNvSpPr/>
              <p:nvPr/>
            </p:nvSpPr>
            <p:spPr>
              <a:xfrm>
                <a:off x="2751151" y="1327867"/>
                <a:ext cx="6504167" cy="4126727"/>
              </a:xfrm>
              <a:prstGeom prst="roundRect">
                <a:avLst>
                  <a:gd name="adj" fmla="val 3501"/>
                </a:avLst>
              </a:prstGeom>
              <a:noFill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en-US" b="1" dirty="0">
                    <a:latin typeface="TH Sarabun New" panose="020B0500040200020003" pitchFamily="34" charset="-34"/>
                    <a:cs typeface="TH Sarabun New" panose="020B0500040200020003" pitchFamily="34" charset="-34"/>
                  </a:rPr>
                  <a:t>A = </a:t>
                </a:r>
                <a14:m>
                  <m:oMath xmlns:m="http://schemas.openxmlformats.org/officeDocument/2006/math">
                    <m:r>
                      <a:rPr lang="en-US" b="1" i="1">
                        <a:latin typeface="Cambria Math" panose="02040503050406030204" pitchFamily="18" charset="0"/>
                        <a:ea typeface="Cambria Math" panose="02040503050406030204" pitchFamily="18" charset="0"/>
                        <a:cs typeface="TH Sarabun New" panose="020B0500040200020003" pitchFamily="34" charset="-34"/>
                      </a:rPr>
                      <m:t>∅</m:t>
                    </m:r>
                  </m:oMath>
                </a14:m>
                <a:endParaRPr lang="en-US"/>
              </a:p>
            </p:txBody>
          </p:sp>
        </mc:Choice>
        <mc:Fallback>
          <p:sp>
            <p:nvSpPr>
              <p:cNvPr id="7" name="Rectangle: Rounded Corners 6">
                <a:extLst>
                  <a:ext uri="{FF2B5EF4-FFF2-40B4-BE49-F238E27FC236}">
                    <a16:creationId xmlns:a16="http://schemas.microsoft.com/office/drawing/2014/main" id="{DB41E88E-46F1-1A30-DE9D-47B0684ABEAE}"/>
                  </a:ext>
                </a:extLst>
              </p:cNvPr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51151" y="1327867"/>
                <a:ext cx="6504167" cy="4126727"/>
              </a:xfrm>
              <a:prstGeom prst="roundRect">
                <a:avLst>
                  <a:gd name="adj" fmla="val 3501"/>
                </a:avLst>
              </a:prstGeom>
              <a:blipFill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9" name="Picture 8">
            <a:extLst>
              <a:ext uri="{FF2B5EF4-FFF2-40B4-BE49-F238E27FC236}">
                <a16:creationId xmlns:a16="http://schemas.microsoft.com/office/drawing/2014/main" id="{78CE5154-91C9-160D-DA16-75FA871EEA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57127" y="1499918"/>
            <a:ext cx="5877745" cy="385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4785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fb0ce85-f7c3-4498-8b94-0d9a3229af8b}" enabled="0" method="" siteId="{7fb0ce85-f7c3-4498-8b94-0d9a3229af8b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331</TotalTime>
  <Words>1302</Words>
  <Application>Microsoft Office PowerPoint</Application>
  <PresentationFormat>Widescreen</PresentationFormat>
  <Paragraphs>198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4" baseType="lpstr">
      <vt:lpstr>Aptos</vt:lpstr>
      <vt:lpstr>Aptos Display</vt:lpstr>
      <vt:lpstr>Arial</vt:lpstr>
      <vt:lpstr>Cambria Math</vt:lpstr>
      <vt:lpstr>TH Sarabun New</vt:lpstr>
      <vt:lpstr>Wingdings 2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Nattanun Tangpeerasit (Maths) Lap</dc:creator>
  <cp:lastModifiedBy>Nattanun Tangpeerasit (Maths) Lap</cp:lastModifiedBy>
  <cp:revision>1</cp:revision>
  <dcterms:created xsi:type="dcterms:W3CDTF">2026-09-18T13:51:45Z</dcterms:created>
  <dcterms:modified xsi:type="dcterms:W3CDTF">2026-09-19T17:08:44Z</dcterms:modified>
</cp:coreProperties>
</file>