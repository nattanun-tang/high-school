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02A"/>
    <a:srgbClr val="D9D9D9"/>
    <a:srgbClr val="E8E8E8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0D6FFF-9507-1073-6FCE-FC99BD19C05F}"/>
              </a:ext>
            </a:extLst>
          </p:cNvPr>
          <p:cNvSpPr/>
          <p:nvPr/>
        </p:nvSpPr>
        <p:spPr>
          <a:xfrm>
            <a:off x="102700" y="679489"/>
            <a:ext cx="3013544" cy="5928043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311901-1733-E78D-7163-0DF9E2D80AFD}"/>
              </a:ext>
            </a:extLst>
          </p:cNvPr>
          <p:cNvGrpSpPr/>
          <p:nvPr/>
        </p:nvGrpSpPr>
        <p:grpSpPr>
          <a:xfrm>
            <a:off x="724889" y="1202460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9DAA78-943A-02DE-F1DB-10786FE4F03D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B530510-5407-BEA1-DA1F-2637D3B10FD9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แผนภาพเวน</a:t>
            </a:r>
            <a:r>
              <a:rPr lang="th-TH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น์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(Venn diagram)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709E0B-B240-9062-6521-9658DB540736}"/>
              </a:ext>
            </a:extLst>
          </p:cNvPr>
          <p:cNvSpPr txBox="1"/>
          <p:nvPr/>
        </p:nvSpPr>
        <p:spPr>
          <a:xfrm>
            <a:off x="747418" y="75513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167D6-5ED8-1684-7B8B-077DFA4A9987}"/>
              </a:ext>
            </a:extLst>
          </p:cNvPr>
          <p:cNvSpPr txBox="1"/>
          <p:nvPr/>
        </p:nvSpPr>
        <p:spPr>
          <a:xfrm>
            <a:off x="724887" y="1790648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C6674-9F4A-F18B-88A6-F1E80D48240E}"/>
              </a:ext>
            </a:extLst>
          </p:cNvPr>
          <p:cNvSpPr txBox="1"/>
          <p:nvPr/>
        </p:nvSpPr>
        <p:spPr>
          <a:xfrm>
            <a:off x="724889" y="2986453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5DCA77-C258-89E1-1AB2-F5153061A004}"/>
              </a:ext>
            </a:extLst>
          </p:cNvPr>
          <p:cNvGrpSpPr/>
          <p:nvPr/>
        </p:nvGrpSpPr>
        <p:grpSpPr>
          <a:xfrm>
            <a:off x="726215" y="237262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977F751-11D4-5EF8-B8BA-D3191B57E591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E33D03A-002D-7D47-3B55-FB070D9D8A4E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FD91072-09EE-5D26-69B1-A93A5852267B}"/>
              </a:ext>
            </a:extLst>
          </p:cNvPr>
          <p:cNvSpPr txBox="1"/>
          <p:nvPr/>
        </p:nvSpPr>
        <p:spPr>
          <a:xfrm>
            <a:off x="747418" y="239062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EBD1-434E-8246-B662-9B2CFAB7BB5A}"/>
              </a:ext>
            </a:extLst>
          </p:cNvPr>
          <p:cNvSpPr txBox="1"/>
          <p:nvPr/>
        </p:nvSpPr>
        <p:spPr>
          <a:xfrm>
            <a:off x="707662" y="185760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5D9C095-415F-926B-28B5-4C3BA8E85F98}"/>
              </a:ext>
            </a:extLst>
          </p:cNvPr>
          <p:cNvSpPr/>
          <p:nvPr/>
        </p:nvSpPr>
        <p:spPr>
          <a:xfrm>
            <a:off x="349857" y="3429000"/>
            <a:ext cx="2600077" cy="1445150"/>
          </a:xfrm>
          <a:prstGeom prst="roundRect">
            <a:avLst>
              <a:gd name="adj" fmla="val 70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A635535-BDD0-A572-3E01-D3E6175FE952}"/>
              </a:ext>
            </a:extLst>
          </p:cNvPr>
          <p:cNvSpPr/>
          <p:nvPr/>
        </p:nvSpPr>
        <p:spPr>
          <a:xfrm>
            <a:off x="542009" y="3619594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0CC394-6527-EDA7-62E4-EDD34852BD4A}"/>
              </a:ext>
            </a:extLst>
          </p:cNvPr>
          <p:cNvSpPr/>
          <p:nvPr/>
        </p:nvSpPr>
        <p:spPr>
          <a:xfrm>
            <a:off x="1012458" y="3619346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8BFE1E-648B-18C5-858A-E270FB73B9F5}"/>
              </a:ext>
            </a:extLst>
          </p:cNvPr>
          <p:cNvSpPr/>
          <p:nvPr/>
        </p:nvSpPr>
        <p:spPr>
          <a:xfrm>
            <a:off x="1497491" y="3619344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41E4B8F-1854-2B44-22C5-6C1F59F1FEE3}"/>
              </a:ext>
            </a:extLst>
          </p:cNvPr>
          <p:cNvSpPr/>
          <p:nvPr/>
        </p:nvSpPr>
        <p:spPr>
          <a:xfrm>
            <a:off x="1974568" y="362253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DDFA9E2-9E2E-B529-D742-5E1E73703382}"/>
              </a:ext>
            </a:extLst>
          </p:cNvPr>
          <p:cNvSpPr/>
          <p:nvPr/>
        </p:nvSpPr>
        <p:spPr>
          <a:xfrm>
            <a:off x="2416654" y="362253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09B9E18-5257-7340-799D-97782BAD240B}"/>
              </a:ext>
            </a:extLst>
          </p:cNvPr>
          <p:cNvSpPr/>
          <p:nvPr/>
        </p:nvSpPr>
        <p:spPr>
          <a:xfrm>
            <a:off x="543334" y="425545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FC50D2E-4966-81D0-1D2B-A2BA4ABD1C42}"/>
              </a:ext>
            </a:extLst>
          </p:cNvPr>
          <p:cNvSpPr/>
          <p:nvPr/>
        </p:nvSpPr>
        <p:spPr>
          <a:xfrm>
            <a:off x="1013783" y="4264729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0E1E00D-28EE-9DA1-ECF9-F2B350A9CDCA}"/>
              </a:ext>
            </a:extLst>
          </p:cNvPr>
          <p:cNvSpPr/>
          <p:nvPr/>
        </p:nvSpPr>
        <p:spPr>
          <a:xfrm>
            <a:off x="1506767" y="4264727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52B1405-7CAE-C7FB-DA9D-B173186CAD6A}"/>
              </a:ext>
            </a:extLst>
          </p:cNvPr>
          <p:cNvSpPr/>
          <p:nvPr/>
        </p:nvSpPr>
        <p:spPr>
          <a:xfrm>
            <a:off x="1975893" y="427268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EB0CE9D-0CE6-FD0D-7E09-2EB440671C76}"/>
              </a:ext>
            </a:extLst>
          </p:cNvPr>
          <p:cNvSpPr/>
          <p:nvPr/>
        </p:nvSpPr>
        <p:spPr>
          <a:xfrm>
            <a:off x="2413216" y="4272677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10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F9D476A-BD23-79BD-8500-F9A174D7D5A4}"/>
              </a:ext>
            </a:extLst>
          </p:cNvPr>
          <p:cNvSpPr/>
          <p:nvPr/>
        </p:nvSpPr>
        <p:spPr>
          <a:xfrm>
            <a:off x="321691" y="5630883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ลากสมาชิกวางลงในแผนภาพเวน</a:t>
            </a:r>
            <a:r>
              <a:rPr lang="th-TH" sz="2400" dirty="0" err="1">
                <a:solidFill>
                  <a:schemeClr val="tx1"/>
                </a:solidFill>
              </a:rPr>
              <a:t>น์</a:t>
            </a:r>
            <a:r>
              <a:rPr lang="th-TH" sz="2400" dirty="0">
                <a:solidFill>
                  <a:schemeClr val="tx1"/>
                </a:solidFill>
              </a:rPr>
              <a:t>เพื่อศึกษา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16480A6-31E4-AC23-DDD8-686737BE14CB}"/>
              </a:ext>
            </a:extLst>
          </p:cNvPr>
          <p:cNvSpPr/>
          <p:nvPr/>
        </p:nvSpPr>
        <p:spPr>
          <a:xfrm>
            <a:off x="332624" y="5021684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รีเซต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B9AF0FA-6DF0-7E33-611B-B691F819661E}"/>
              </a:ext>
            </a:extLst>
          </p:cNvPr>
          <p:cNvSpPr/>
          <p:nvPr/>
        </p:nvSpPr>
        <p:spPr>
          <a:xfrm>
            <a:off x="3299460" y="679489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993B815-57A4-F00B-A787-EEBE6C8208CE}"/>
              </a:ext>
            </a:extLst>
          </p:cNvPr>
          <p:cNvGrpSpPr/>
          <p:nvPr/>
        </p:nvGrpSpPr>
        <p:grpSpPr>
          <a:xfrm>
            <a:off x="5661660" y="1805663"/>
            <a:ext cx="3879572" cy="2570956"/>
            <a:chOff x="5227320" y="1704022"/>
            <a:chExt cx="3879572" cy="257095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C83EF16-B483-311A-7A4B-C292AFE0F180}"/>
                </a:ext>
              </a:extLst>
            </p:cNvPr>
            <p:cNvSpPr/>
            <p:nvPr/>
          </p:nvSpPr>
          <p:spPr>
            <a:xfrm>
              <a:off x="5227320" y="1704022"/>
              <a:ext cx="2557669" cy="255766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612118D-B051-7363-FC53-9ABF91ED3A6E}"/>
                </a:ext>
              </a:extLst>
            </p:cNvPr>
            <p:cNvSpPr/>
            <p:nvPr/>
          </p:nvSpPr>
          <p:spPr>
            <a:xfrm>
              <a:off x="6549223" y="1717309"/>
              <a:ext cx="2557669" cy="255766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2C3C05-8DBE-6CB5-B403-FBE1D67323FC}"/>
                  </a:ext>
                </a:extLst>
              </p:cNvPr>
              <p:cNvSpPr txBox="1"/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2C3C05-8DBE-6CB5-B403-FBE1D673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blipFill>
                <a:blip r:embed="rId3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AD95B4-D0BB-FEAD-2C22-2EEA58F60E33}"/>
                  </a:ext>
                </a:extLst>
              </p:cNvPr>
              <p:cNvSpPr txBox="1"/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AD95B4-D0BB-FEAD-2C22-2EEA58F60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blipFill>
                <a:blip r:embed="rId4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3D7F6F1-7C11-8A5F-5B01-5DD527C66CB8}"/>
              </a:ext>
            </a:extLst>
          </p:cNvPr>
          <p:cNvSpPr/>
          <p:nvPr/>
        </p:nvSpPr>
        <p:spPr>
          <a:xfrm>
            <a:off x="3299460" y="5386991"/>
            <a:ext cx="8789840" cy="121614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B4B9D6F-A090-6A41-9413-230C06112980}"/>
                  </a:ext>
                </a:extLst>
              </p:cNvPr>
              <p:cNvSpPr txBox="1"/>
              <p:nvPr/>
            </p:nvSpPr>
            <p:spPr>
              <a:xfrm>
                <a:off x="3346168" y="5400050"/>
                <a:ext cx="8743132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U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A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B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		A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0" dirty="0" smtClean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1" i="0" dirty="0" smtClean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m:t>(A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m:rPr>
                            <m:nor/>
                          </m:rPr>
                          <a:rPr lang="en-US" sz="2400" b="1" i="0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m:t>B)</m:t>
                        </m:r>
                      </m:e>
                      <m:sup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B4B9D6F-A090-6A41-9413-230C06112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68" y="5400050"/>
                <a:ext cx="8743132" cy="1231940"/>
              </a:xfrm>
              <a:prstGeom prst="rect">
                <a:avLst/>
              </a:prstGeom>
              <a:blipFill>
                <a:blip r:embed="rId5"/>
                <a:stretch>
                  <a:fillRect l="-1116" t="-3960" b="-9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50DA-7AC4-6E53-21B4-FEC6724A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D8ED7C8-8DAC-578C-3723-17317CA29753}"/>
              </a:ext>
            </a:extLst>
          </p:cNvPr>
          <p:cNvSpPr/>
          <p:nvPr/>
        </p:nvSpPr>
        <p:spPr>
          <a:xfrm>
            <a:off x="102700" y="679489"/>
            <a:ext cx="3013544" cy="5928043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BAEC4A-552B-5971-0063-8651ECD6C9C8}"/>
              </a:ext>
            </a:extLst>
          </p:cNvPr>
          <p:cNvGrpSpPr/>
          <p:nvPr/>
        </p:nvGrpSpPr>
        <p:grpSpPr>
          <a:xfrm>
            <a:off x="724890" y="1202460"/>
            <a:ext cx="1724109" cy="461665"/>
            <a:chOff x="96740" y="1202460"/>
            <a:chExt cx="1724109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A0EC432-59CA-64FF-EA7B-4A7130BFD924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B31707A-6DAF-1CEB-78D8-446D32DB6885}"/>
                </a:ext>
              </a:extLst>
            </p:cNvPr>
            <p:cNvSpPr/>
            <p:nvPr/>
          </p:nvSpPr>
          <p:spPr>
            <a:xfrm>
              <a:off x="94255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485F860-689B-A301-BDF9-DDC4AE7285F7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แผนภาพเวน</a:t>
            </a:r>
            <a:r>
              <a:rPr lang="th-TH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น์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(Venn diagram)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FD1D0B-8181-F72D-D332-F8D01FAF86A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2E2987-FADE-6B2F-DE9B-BF0347961E75}"/>
              </a:ext>
            </a:extLst>
          </p:cNvPr>
          <p:cNvSpPr txBox="1"/>
          <p:nvPr/>
        </p:nvSpPr>
        <p:spPr>
          <a:xfrm>
            <a:off x="747418" y="75513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529FE-746E-AA7B-F8F7-2D0405963825}"/>
              </a:ext>
            </a:extLst>
          </p:cNvPr>
          <p:cNvSpPr txBox="1"/>
          <p:nvPr/>
        </p:nvSpPr>
        <p:spPr>
          <a:xfrm>
            <a:off x="767956" y="124195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7F1048-CE1E-DC7F-63EE-D6A51881DE89}"/>
              </a:ext>
            </a:extLst>
          </p:cNvPr>
          <p:cNvSpPr txBox="1"/>
          <p:nvPr/>
        </p:nvSpPr>
        <p:spPr>
          <a:xfrm>
            <a:off x="724889" y="2986453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1E9015-1CDC-3D84-26C1-1D9361135C11}"/>
              </a:ext>
            </a:extLst>
          </p:cNvPr>
          <p:cNvGrpSpPr/>
          <p:nvPr/>
        </p:nvGrpSpPr>
        <p:grpSpPr>
          <a:xfrm>
            <a:off x="726215" y="237262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004B315-56A1-81D3-F32F-3C395BDC15B2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07AF216-BD18-5AE2-CA19-14619C6FB10F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63FF950-777F-015F-77B4-C89639B63F81}"/>
              </a:ext>
            </a:extLst>
          </p:cNvPr>
          <p:cNvSpPr txBox="1"/>
          <p:nvPr/>
        </p:nvSpPr>
        <p:spPr>
          <a:xfrm>
            <a:off x="747418" y="239062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2960C6-35AD-0D5C-A30E-A58C59A615A5}"/>
              </a:ext>
            </a:extLst>
          </p:cNvPr>
          <p:cNvSpPr txBox="1"/>
          <p:nvPr/>
        </p:nvSpPr>
        <p:spPr>
          <a:xfrm>
            <a:off x="707662" y="185760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C1C96D-11F7-2249-CE09-97299717F82D}"/>
              </a:ext>
            </a:extLst>
          </p:cNvPr>
          <p:cNvSpPr/>
          <p:nvPr/>
        </p:nvSpPr>
        <p:spPr>
          <a:xfrm>
            <a:off x="349857" y="3429000"/>
            <a:ext cx="2600077" cy="1445150"/>
          </a:xfrm>
          <a:prstGeom prst="roundRect">
            <a:avLst>
              <a:gd name="adj" fmla="val 70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4CC4166-6438-CD66-ABD0-FC865838B651}"/>
              </a:ext>
            </a:extLst>
          </p:cNvPr>
          <p:cNvSpPr/>
          <p:nvPr/>
        </p:nvSpPr>
        <p:spPr>
          <a:xfrm>
            <a:off x="542009" y="3619594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CB0A8F1-398C-DE5E-BFCB-5605C8831A04}"/>
              </a:ext>
            </a:extLst>
          </p:cNvPr>
          <p:cNvSpPr/>
          <p:nvPr/>
        </p:nvSpPr>
        <p:spPr>
          <a:xfrm>
            <a:off x="1012458" y="3619346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66A2B37-9A96-232A-46B2-7561AA78778A}"/>
              </a:ext>
            </a:extLst>
          </p:cNvPr>
          <p:cNvSpPr/>
          <p:nvPr/>
        </p:nvSpPr>
        <p:spPr>
          <a:xfrm>
            <a:off x="1497491" y="3619344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1297749-67A5-8C8B-B990-271782485567}"/>
              </a:ext>
            </a:extLst>
          </p:cNvPr>
          <p:cNvSpPr/>
          <p:nvPr/>
        </p:nvSpPr>
        <p:spPr>
          <a:xfrm>
            <a:off x="1974568" y="362253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6BF672D-22F1-9CF7-BCEA-6EDA263B20C5}"/>
              </a:ext>
            </a:extLst>
          </p:cNvPr>
          <p:cNvSpPr/>
          <p:nvPr/>
        </p:nvSpPr>
        <p:spPr>
          <a:xfrm>
            <a:off x="2416654" y="362253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042A5AA-E950-5CC6-4A44-6DDD03EBCE93}"/>
              </a:ext>
            </a:extLst>
          </p:cNvPr>
          <p:cNvSpPr/>
          <p:nvPr/>
        </p:nvSpPr>
        <p:spPr>
          <a:xfrm>
            <a:off x="543334" y="425545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5D1BA91-C398-61F0-A14A-1EE1DED21554}"/>
              </a:ext>
            </a:extLst>
          </p:cNvPr>
          <p:cNvSpPr/>
          <p:nvPr/>
        </p:nvSpPr>
        <p:spPr>
          <a:xfrm>
            <a:off x="1013783" y="4264729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1DCEE19-5F6A-6B65-9AC8-70E8AFA81196}"/>
              </a:ext>
            </a:extLst>
          </p:cNvPr>
          <p:cNvSpPr/>
          <p:nvPr/>
        </p:nvSpPr>
        <p:spPr>
          <a:xfrm>
            <a:off x="1506767" y="4264727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A033C06-F67E-F08E-5948-E38E12896AB7}"/>
              </a:ext>
            </a:extLst>
          </p:cNvPr>
          <p:cNvSpPr/>
          <p:nvPr/>
        </p:nvSpPr>
        <p:spPr>
          <a:xfrm>
            <a:off x="1975893" y="4272681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01107B7-90FB-B5F8-4354-39A81FC70CFD}"/>
              </a:ext>
            </a:extLst>
          </p:cNvPr>
          <p:cNvSpPr/>
          <p:nvPr/>
        </p:nvSpPr>
        <p:spPr>
          <a:xfrm>
            <a:off x="2413216" y="4272677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10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B19DC0F-BF89-8E50-C2C9-456204A72BD1}"/>
              </a:ext>
            </a:extLst>
          </p:cNvPr>
          <p:cNvSpPr/>
          <p:nvPr/>
        </p:nvSpPr>
        <p:spPr>
          <a:xfrm>
            <a:off x="321691" y="5630883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ลากสมาชิกวางลงในแผนภาพเวน</a:t>
            </a:r>
            <a:r>
              <a:rPr lang="th-TH" sz="2400" dirty="0" err="1">
                <a:solidFill>
                  <a:schemeClr val="tx1"/>
                </a:solidFill>
              </a:rPr>
              <a:t>น์</a:t>
            </a:r>
            <a:r>
              <a:rPr lang="th-TH" sz="2400" dirty="0">
                <a:solidFill>
                  <a:schemeClr val="tx1"/>
                </a:solidFill>
              </a:rPr>
              <a:t>เพื่อศึกษา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C3F73E2-764D-5426-B00D-DBD2EA5EFF55}"/>
              </a:ext>
            </a:extLst>
          </p:cNvPr>
          <p:cNvSpPr/>
          <p:nvPr/>
        </p:nvSpPr>
        <p:spPr>
          <a:xfrm>
            <a:off x="332624" y="5021684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รีเซต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44A6C78-496F-CECA-3AA8-66DE42595F3D}"/>
              </a:ext>
            </a:extLst>
          </p:cNvPr>
          <p:cNvSpPr/>
          <p:nvPr/>
        </p:nvSpPr>
        <p:spPr>
          <a:xfrm>
            <a:off x="3299460" y="679489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1C12B5-7B17-1D63-642B-94B786DC5EA6}"/>
              </a:ext>
            </a:extLst>
          </p:cNvPr>
          <p:cNvGrpSpPr/>
          <p:nvPr/>
        </p:nvGrpSpPr>
        <p:grpSpPr>
          <a:xfrm>
            <a:off x="5661660" y="1317983"/>
            <a:ext cx="3879572" cy="2570956"/>
            <a:chOff x="5227320" y="1704022"/>
            <a:chExt cx="3879572" cy="257095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5C57B7B-72D7-4F88-E1AE-27B0A9956D9C}"/>
                </a:ext>
              </a:extLst>
            </p:cNvPr>
            <p:cNvSpPr/>
            <p:nvPr/>
          </p:nvSpPr>
          <p:spPr>
            <a:xfrm>
              <a:off x="5227320" y="1704022"/>
              <a:ext cx="2557669" cy="255766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E14C326-C165-73AE-A284-D106D5C43A06}"/>
                </a:ext>
              </a:extLst>
            </p:cNvPr>
            <p:cNvSpPr/>
            <p:nvPr/>
          </p:nvSpPr>
          <p:spPr>
            <a:xfrm>
              <a:off x="6549223" y="1717309"/>
              <a:ext cx="2557669" cy="255766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C1EBFF8-0EA5-51AD-6F8B-7C278618F2A1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C1EBFF8-0EA5-51AD-6F8B-7C278618F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F60F45-65D4-48D9-D1AA-F47DB91CF655}"/>
                  </a:ext>
                </a:extLst>
              </p:cNvPr>
              <p:cNvSpPr txBox="1"/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F60F45-65D4-48D9-D1AA-F47DB91CF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blipFill>
                <a:blip r:embed="rId3"/>
                <a:stretch>
                  <a:fillRect l="-31250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7F29B34-BC43-775F-96EF-BC6708E70264}"/>
                  </a:ext>
                </a:extLst>
              </p:cNvPr>
              <p:cNvSpPr txBox="1"/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7F29B34-BC43-775F-96EF-BC6708E70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blipFill>
                <a:blip r:embed="rId4"/>
                <a:stretch>
                  <a:fillRect l="-26471" r="-2647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368DEB0-94EB-B9E7-B3FC-3B170FDF5022}"/>
              </a:ext>
            </a:extLst>
          </p:cNvPr>
          <p:cNvSpPr/>
          <p:nvPr/>
        </p:nvSpPr>
        <p:spPr>
          <a:xfrm>
            <a:off x="3299460" y="5386991"/>
            <a:ext cx="8789840" cy="121614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8E1997F-FD8F-1B92-DE3A-3AFFB928B122}"/>
                  </a:ext>
                </a:extLst>
              </p:cNvPr>
              <p:cNvSpPr txBox="1"/>
              <p:nvPr/>
            </p:nvSpPr>
            <p:spPr>
              <a:xfrm>
                <a:off x="3346168" y="5400050"/>
                <a:ext cx="87431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U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A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B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C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B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	 A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A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  <m:r>
                      <m:rPr>
                        <m:nor/>
                      </m:rPr>
                      <a:rPr lang="en-US" sz="2400" b="1" i="0" dirty="0" smtClean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m:t>B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⋂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A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– (B</a:t>
                </a:r>
                <a:r>
                  <a:rPr lang="en-US" sz="2400" b="1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C)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B – (A</a:t>
                </a:r>
                <a:r>
                  <a:rPr lang="en-US" sz="2400" b="1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C) =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C – (A</a:t>
                </a:r>
                <a:r>
                  <a:rPr lang="en-US" sz="2400" b="1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∪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B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dirty="0" smtClean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0" dirty="0" smtClean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m:t>(A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m:rPr>
                            <m:nor/>
                          </m:rPr>
                          <a:rPr lang="en-US" b="1" i="0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m:t>B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m:rPr>
                            <m:nor/>
                          </m:rP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0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8E1997F-FD8F-1B92-DE3A-3AFFB928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68" y="5400050"/>
                <a:ext cx="8743132" cy="1200329"/>
              </a:xfrm>
              <a:prstGeom prst="rect">
                <a:avLst/>
              </a:prstGeom>
              <a:blipFill>
                <a:blip r:embed="rId5"/>
                <a:stretch>
                  <a:fillRect l="-1116" t="-4061" b="-1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0EB37175-07F3-09A2-0F9A-1CEB26D46961}"/>
              </a:ext>
            </a:extLst>
          </p:cNvPr>
          <p:cNvSpPr/>
          <p:nvPr/>
        </p:nvSpPr>
        <p:spPr>
          <a:xfrm>
            <a:off x="6362700" y="2476223"/>
            <a:ext cx="2557669" cy="2557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02828-22A5-C746-57A4-639A799B3194}"/>
                  </a:ext>
                </a:extLst>
              </p:cNvPr>
              <p:cNvSpPr txBox="1"/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02828-22A5-C746-57A4-639A799B3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blipFill>
                <a:blip r:embed="rId6"/>
                <a:stretch>
                  <a:fillRect l="-28125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3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67BA4-0282-53E0-2156-B7E14C998288}"/>
              </a:ext>
            </a:extLst>
          </p:cNvPr>
          <p:cNvSpPr txBox="1"/>
          <p:nvPr/>
        </p:nvSpPr>
        <p:spPr>
          <a:xfrm>
            <a:off x="815340" y="2052161"/>
            <a:ext cx="5890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INTERACTIVE MATHEMATICS</a:t>
            </a:r>
          </a:p>
          <a:p>
            <a:r>
              <a:rPr lang="th-TH" sz="4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แผนภาพเวน</a:t>
            </a:r>
            <a:r>
              <a:rPr lang="th-TH" sz="4000" b="1" dirty="0" err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น์</a:t>
            </a:r>
            <a:r>
              <a:rPr lang="en-US" sz="4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(Venn diagram)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DEF3AB-8168-B4A3-2FA1-93DB55F1AB73}"/>
              </a:ext>
            </a:extLst>
          </p:cNvPr>
          <p:cNvSpPr/>
          <p:nvPr/>
        </p:nvSpPr>
        <p:spPr>
          <a:xfrm>
            <a:off x="2438400" y="4120871"/>
            <a:ext cx="1508760" cy="54102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เริ่ม</a:t>
            </a:r>
            <a:endParaRPr lang="en-US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150E9-3D47-9BFE-9320-F72788B03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76" y="1310640"/>
            <a:ext cx="6112703" cy="38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214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Nattanun Tangpeerasit (Maths) Lap</cp:lastModifiedBy>
  <cp:revision>1</cp:revision>
  <dcterms:created xsi:type="dcterms:W3CDTF">2026-09-18T13:51:45Z</dcterms:created>
  <dcterms:modified xsi:type="dcterms:W3CDTF">2026-09-19T12:23:35Z</dcterms:modified>
</cp:coreProperties>
</file>