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9" r:id="rId3"/>
    <p:sldId id="265" r:id="rId4"/>
    <p:sldId id="264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CCFFFF"/>
    <a:srgbClr val="FF99FF"/>
    <a:srgbClr val="FFFF99"/>
    <a:srgbClr val="4E95D9"/>
    <a:srgbClr val="18202A"/>
    <a:srgbClr val="D9D9D9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D539-A639-E05A-138B-1A5349A4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73439C7-B57B-A381-6B6D-8192DC265D2E}"/>
              </a:ext>
            </a:extLst>
          </p:cNvPr>
          <p:cNvSpPr/>
          <p:nvPr/>
        </p:nvSpPr>
        <p:spPr>
          <a:xfrm>
            <a:off x="3299460" y="657592"/>
            <a:ext cx="8789840" cy="461641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3D103E-7480-F99B-ED3A-A274FC18196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65641D5-13A6-7D71-0B1F-B0B14AF53C44}"/>
              </a:ext>
            </a:extLst>
          </p:cNvPr>
          <p:cNvSpPr/>
          <p:nvPr/>
        </p:nvSpPr>
        <p:spPr>
          <a:xfrm>
            <a:off x="102700" y="679490"/>
            <a:ext cx="3013544" cy="5923648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0AF10-BF92-F0FE-BAFA-DDC3CC921B7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พื้นที่แรเงาบนแผนภาพเวนน์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C113AE-D320-C6C3-7412-8DB5E8749A9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D8D4E8-BCEE-5B9C-BB03-134E36AD9582}"/>
              </a:ext>
            </a:extLst>
          </p:cNvPr>
          <p:cNvGrpSpPr/>
          <p:nvPr/>
        </p:nvGrpSpPr>
        <p:grpSpPr>
          <a:xfrm>
            <a:off x="507376" y="1354122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F3A7421-9BBB-B798-1A6B-523CBC65A0C8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C77D2FF-4352-B278-5312-03B8F148FF35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D25EAE9-A6D9-B30B-DB6B-623214B43707}"/>
              </a:ext>
            </a:extLst>
          </p:cNvPr>
          <p:cNvSpPr txBox="1"/>
          <p:nvPr/>
        </p:nvSpPr>
        <p:spPr>
          <a:xfrm>
            <a:off x="536878" y="1368934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87DAF1-A5E6-E19D-BB63-075AEF849523}"/>
              </a:ext>
            </a:extLst>
          </p:cNvPr>
          <p:cNvSpPr txBox="1"/>
          <p:nvPr/>
        </p:nvSpPr>
        <p:spPr>
          <a:xfrm>
            <a:off x="470534" y="884514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6902E1C-AF2B-07FB-8511-8FB0709A6021}"/>
              </a:ext>
            </a:extLst>
          </p:cNvPr>
          <p:cNvSpPr/>
          <p:nvPr/>
        </p:nvSpPr>
        <p:spPr>
          <a:xfrm>
            <a:off x="284915" y="2147395"/>
            <a:ext cx="2530503" cy="8073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เลือกที่แผนภาพ</a:t>
            </a:r>
          </a:p>
          <a:p>
            <a:pPr algn="ctr"/>
            <a:r>
              <a:rPr lang="th-TH" sz="2400" dirty="0">
                <a:solidFill>
                  <a:schemeClr val="tx1"/>
                </a:solidFill>
              </a:rPr>
              <a:t>เพื่อแรเงาหรือยกเลิก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7118CFE-95B4-0C97-1E21-332498798F05}"/>
              </a:ext>
            </a:extLst>
          </p:cNvPr>
          <p:cNvSpPr/>
          <p:nvPr/>
        </p:nvSpPr>
        <p:spPr>
          <a:xfrm>
            <a:off x="6983563" y="1997871"/>
            <a:ext cx="1235767" cy="2186542"/>
          </a:xfrm>
          <a:custGeom>
            <a:avLst/>
            <a:gdLst>
              <a:gd name="csX0" fmla="*/ 628819 w 1235767"/>
              <a:gd name="csY0" fmla="*/ 0 h 2186542"/>
              <a:gd name="csX1" fmla="*/ 671941 w 1235767"/>
              <a:gd name="csY1" fmla="*/ 26197 h 2186542"/>
              <a:gd name="csX2" fmla="*/ 1235767 w 1235767"/>
              <a:gd name="csY2" fmla="*/ 1086627 h 2186542"/>
              <a:gd name="csX3" fmla="*/ 671941 w 1235767"/>
              <a:gd name="csY3" fmla="*/ 2147057 h 2186542"/>
              <a:gd name="csX4" fmla="*/ 606948 w 1235767"/>
              <a:gd name="csY4" fmla="*/ 2186542 h 2186542"/>
              <a:gd name="csX5" fmla="*/ 563826 w 1235767"/>
              <a:gd name="csY5" fmla="*/ 2160344 h 2186542"/>
              <a:gd name="csX6" fmla="*/ 0 w 1235767"/>
              <a:gd name="csY6" fmla="*/ 1099914 h 2186542"/>
              <a:gd name="csX7" fmla="*/ 563826 w 1235767"/>
              <a:gd name="csY7" fmla="*/ 39484 h 2186542"/>
              <a:gd name="csX8" fmla="*/ 628819 w 1235767"/>
              <a:gd name="csY8" fmla="*/ 0 h 2186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767" h="218654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cubicBezTo>
                  <a:pt x="1235767" y="1528053"/>
                  <a:pt x="1012113" y="1917241"/>
                  <a:pt x="671941" y="2147057"/>
                </a:cubicBezTo>
                <a:lnTo>
                  <a:pt x="606948" y="2186542"/>
                </a:lnTo>
                <a:lnTo>
                  <a:pt x="563826" y="2160344"/>
                </a:lnTo>
                <a:cubicBezTo>
                  <a:pt x="223654" y="1930528"/>
                  <a:pt x="0" y="1541340"/>
                  <a:pt x="0" y="1099914"/>
                </a:cubicBez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1D984D-DD03-798E-3B63-D4BFD62E17CC}"/>
              </a:ext>
            </a:extLst>
          </p:cNvPr>
          <p:cNvSpPr/>
          <p:nvPr/>
        </p:nvSpPr>
        <p:spPr>
          <a:xfrm>
            <a:off x="5661660" y="1805662"/>
            <a:ext cx="1950722" cy="2557670"/>
          </a:xfrm>
          <a:custGeom>
            <a:avLst/>
            <a:gdLst>
              <a:gd name="csX0" fmla="*/ 1278835 w 1950722"/>
              <a:gd name="csY0" fmla="*/ 0 h 2557670"/>
              <a:gd name="csX1" fmla="*/ 1888404 w 1950722"/>
              <a:gd name="csY1" fmla="*/ 154348 h 2557670"/>
              <a:gd name="csX2" fmla="*/ 1950722 w 1950722"/>
              <a:gd name="csY2" fmla="*/ 192208 h 2557670"/>
              <a:gd name="csX3" fmla="*/ 1885729 w 1950722"/>
              <a:gd name="csY3" fmla="*/ 231692 h 2557670"/>
              <a:gd name="csX4" fmla="*/ 1321903 w 1950722"/>
              <a:gd name="csY4" fmla="*/ 1292122 h 2557670"/>
              <a:gd name="csX5" fmla="*/ 1885729 w 1950722"/>
              <a:gd name="csY5" fmla="*/ 2352552 h 2557670"/>
              <a:gd name="csX6" fmla="*/ 1928851 w 1950722"/>
              <a:gd name="csY6" fmla="*/ 2378750 h 2557670"/>
              <a:gd name="csX7" fmla="*/ 1888404 w 1950722"/>
              <a:gd name="csY7" fmla="*/ 2403322 h 2557670"/>
              <a:gd name="csX8" fmla="*/ 1278835 w 1950722"/>
              <a:gd name="csY8" fmla="*/ 2557670 h 2557670"/>
              <a:gd name="csX9" fmla="*/ 0 w 1950722"/>
              <a:gd name="csY9" fmla="*/ 1278835 h 2557670"/>
              <a:gd name="csX10" fmla="*/ 1278835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cubicBezTo>
                  <a:pt x="1321903" y="1733548"/>
                  <a:pt x="1545557" y="2122736"/>
                  <a:pt x="1885729" y="2352552"/>
                </a:cubicBezTo>
                <a:lnTo>
                  <a:pt x="1928851" y="2378750"/>
                </a:lnTo>
                <a:lnTo>
                  <a:pt x="1888404" y="2403322"/>
                </a:lnTo>
                <a:cubicBezTo>
                  <a:pt x="1707202" y="2501757"/>
                  <a:pt x="1499548" y="2557670"/>
                  <a:pt x="1278835" y="2557670"/>
                </a:cubicBezTo>
                <a:cubicBezTo>
                  <a:pt x="572554" y="2557670"/>
                  <a:pt x="0" y="1985116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274B754-9310-8537-E202-FB50C9C2C6CB}"/>
              </a:ext>
            </a:extLst>
          </p:cNvPr>
          <p:cNvSpPr/>
          <p:nvPr/>
        </p:nvSpPr>
        <p:spPr>
          <a:xfrm>
            <a:off x="7590511" y="1818949"/>
            <a:ext cx="1950722" cy="2557670"/>
          </a:xfrm>
          <a:custGeom>
            <a:avLst/>
            <a:gdLst>
              <a:gd name="csX0" fmla="*/ 671887 w 1950722"/>
              <a:gd name="csY0" fmla="*/ 0 h 2557670"/>
              <a:gd name="csX1" fmla="*/ 1950722 w 1950722"/>
              <a:gd name="csY1" fmla="*/ 1278835 h 2557670"/>
              <a:gd name="csX2" fmla="*/ 671887 w 1950722"/>
              <a:gd name="csY2" fmla="*/ 2557670 h 2557670"/>
              <a:gd name="csX3" fmla="*/ 62318 w 1950722"/>
              <a:gd name="csY3" fmla="*/ 2403322 h 2557670"/>
              <a:gd name="csX4" fmla="*/ 0 w 1950722"/>
              <a:gd name="csY4" fmla="*/ 2365463 h 2557670"/>
              <a:gd name="csX5" fmla="*/ 64993 w 1950722"/>
              <a:gd name="csY5" fmla="*/ 2325978 h 2557670"/>
              <a:gd name="csX6" fmla="*/ 628819 w 1950722"/>
              <a:gd name="csY6" fmla="*/ 1265548 h 2557670"/>
              <a:gd name="csX7" fmla="*/ 64993 w 1950722"/>
              <a:gd name="csY7" fmla="*/ 205118 h 2557670"/>
              <a:gd name="csX8" fmla="*/ 21871 w 1950722"/>
              <a:gd name="csY8" fmla="*/ 178921 h 2557670"/>
              <a:gd name="csX9" fmla="*/ 62318 w 1950722"/>
              <a:gd name="csY9" fmla="*/ 154348 h 2557670"/>
              <a:gd name="csX10" fmla="*/ 671887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671887" y="0"/>
                </a:moveTo>
                <a:cubicBezTo>
                  <a:pt x="1378168" y="0"/>
                  <a:pt x="1950722" y="572554"/>
                  <a:pt x="1950722" y="1278835"/>
                </a:cubicBezTo>
                <a:cubicBezTo>
                  <a:pt x="1950722" y="1985116"/>
                  <a:pt x="1378168" y="2557670"/>
                  <a:pt x="671887" y="2557670"/>
                </a:cubicBezTo>
                <a:cubicBezTo>
                  <a:pt x="451174" y="2557670"/>
                  <a:pt x="243521" y="2501757"/>
                  <a:pt x="62318" y="2403322"/>
                </a:cubicBezTo>
                <a:lnTo>
                  <a:pt x="0" y="2365463"/>
                </a:lnTo>
                <a:lnTo>
                  <a:pt x="64993" y="2325978"/>
                </a:lnTo>
                <a:cubicBezTo>
                  <a:pt x="405165" y="2096162"/>
                  <a:pt x="628819" y="1706974"/>
                  <a:pt x="628819" y="1265548"/>
                </a:cubicBezTo>
                <a:cubicBezTo>
                  <a:pt x="628819" y="824123"/>
                  <a:pt x="405165" y="434934"/>
                  <a:pt x="64993" y="205118"/>
                </a:cubicBezTo>
                <a:lnTo>
                  <a:pt x="21871" y="178921"/>
                </a:lnTo>
                <a:lnTo>
                  <a:pt x="62318" y="154348"/>
                </a:lnTo>
                <a:cubicBezTo>
                  <a:pt x="243521" y="55914"/>
                  <a:pt x="451174" y="0"/>
                  <a:pt x="671887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94510EE-FF00-E779-5D85-6C3CEF297376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BD30F72-7CFC-29E2-2DCA-FF0E8FAA7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3F5700-A715-43D6-DAFF-EF4DBC293EC4}"/>
                  </a:ext>
                </a:extLst>
              </p:cNvPr>
              <p:cNvSpPr txBox="1"/>
              <p:nvPr/>
            </p:nvSpPr>
            <p:spPr>
              <a:xfrm>
                <a:off x="6700289" y="1446456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F2C3C05-8DBE-6CB5-B403-FBE1D6732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89" y="1446456"/>
                <a:ext cx="194605" cy="276999"/>
              </a:xfrm>
              <a:prstGeom prst="rect">
                <a:avLst/>
              </a:prstGeom>
              <a:blipFill>
                <a:blip r:embed="rId3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6057652-D5A0-A804-768B-0F479DBCA9C3}"/>
                  </a:ext>
                </a:extLst>
              </p:cNvPr>
              <p:cNvSpPr txBox="1"/>
              <p:nvPr/>
            </p:nvSpPr>
            <p:spPr>
              <a:xfrm>
                <a:off x="8376697" y="1435541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1AD95B4-D0BB-FEAD-2C22-2EEA58F60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697" y="1435541"/>
                <a:ext cx="204992" cy="276999"/>
              </a:xfrm>
              <a:prstGeom prst="rect">
                <a:avLst/>
              </a:prstGeom>
              <a:blipFill>
                <a:blip r:embed="rId4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1DD025E-C181-EDF0-1D31-60AF13A438EA}"/>
              </a:ext>
            </a:extLst>
          </p:cNvPr>
          <p:cNvSpPr/>
          <p:nvPr/>
        </p:nvSpPr>
        <p:spPr>
          <a:xfrm>
            <a:off x="3299460" y="5402308"/>
            <a:ext cx="8789840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A4724AC-D412-5EA0-5DEE-87E999E37004}"/>
              </a:ext>
            </a:extLst>
          </p:cNvPr>
          <p:cNvSpPr txBox="1"/>
          <p:nvPr/>
        </p:nvSpPr>
        <p:spPr>
          <a:xfrm>
            <a:off x="3346168" y="6062866"/>
            <a:ext cx="8743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เขียนเซตจากพื้นที่แรเงาได้เป็น 		     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- 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2D1122-CF4D-4C47-A06D-4D52B12B7A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921" y="736899"/>
            <a:ext cx="695422" cy="80021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2D97FC2-2C7C-8983-B618-4501D449D9F9}"/>
              </a:ext>
            </a:extLst>
          </p:cNvPr>
          <p:cNvSpPr/>
          <p:nvPr/>
        </p:nvSpPr>
        <p:spPr>
          <a:xfrm>
            <a:off x="3398520" y="5521846"/>
            <a:ext cx="1508760" cy="43461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เขียนเซต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9694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C858-676B-47C2-06A6-C7F0CDF74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5302C31-A384-F0C6-6261-EA233ABD7073}"/>
              </a:ext>
            </a:extLst>
          </p:cNvPr>
          <p:cNvSpPr/>
          <p:nvPr/>
        </p:nvSpPr>
        <p:spPr>
          <a:xfrm>
            <a:off x="3299460" y="657592"/>
            <a:ext cx="8789840" cy="461641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5B8FF-D234-45B8-4A69-32249F75A5BA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9F2282-6F63-5BB0-087C-E6654D47F450}"/>
              </a:ext>
            </a:extLst>
          </p:cNvPr>
          <p:cNvSpPr/>
          <p:nvPr/>
        </p:nvSpPr>
        <p:spPr>
          <a:xfrm>
            <a:off x="102700" y="679490"/>
            <a:ext cx="3013544" cy="5923648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CAC78-A758-7270-8A50-B0C485AF7DBE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พื้นที่แรเงาบนแผนภาพเวนน์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E22B28-9BEB-4DFC-5239-DFF6895D9550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B14CB7-08AB-8C5A-6369-52523888E773}"/>
              </a:ext>
            </a:extLst>
          </p:cNvPr>
          <p:cNvGrpSpPr/>
          <p:nvPr/>
        </p:nvGrpSpPr>
        <p:grpSpPr>
          <a:xfrm>
            <a:off x="507376" y="1354122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A5CE6DE-119C-65A0-51BA-0FB5FF3D266B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F3A27F5-CC12-9196-A258-F740466EE0D5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60CF325-0D07-BA9A-5774-D4DFD87CA1D2}"/>
              </a:ext>
            </a:extLst>
          </p:cNvPr>
          <p:cNvSpPr txBox="1"/>
          <p:nvPr/>
        </p:nvSpPr>
        <p:spPr>
          <a:xfrm>
            <a:off x="536878" y="1368934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B608A8-836A-E59B-FBE4-1447C26D812F}"/>
              </a:ext>
            </a:extLst>
          </p:cNvPr>
          <p:cNvSpPr txBox="1"/>
          <p:nvPr/>
        </p:nvSpPr>
        <p:spPr>
          <a:xfrm>
            <a:off x="470534" y="884514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D578EAA-51CA-0B29-7832-9137663E6F50}"/>
              </a:ext>
            </a:extLst>
          </p:cNvPr>
          <p:cNvSpPr/>
          <p:nvPr/>
        </p:nvSpPr>
        <p:spPr>
          <a:xfrm>
            <a:off x="284915" y="2147395"/>
            <a:ext cx="2530503" cy="8073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เลือกที่แผนภาพ</a:t>
            </a:r>
          </a:p>
          <a:p>
            <a:pPr algn="ctr"/>
            <a:r>
              <a:rPr lang="th-TH" sz="2400" dirty="0">
                <a:solidFill>
                  <a:schemeClr val="tx1"/>
                </a:solidFill>
              </a:rPr>
              <a:t>เพื่อแรเงาหรือยกเลิก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2F6C025-AF9B-2BEB-BE78-915D4EF83C0D}"/>
              </a:ext>
            </a:extLst>
          </p:cNvPr>
          <p:cNvSpPr/>
          <p:nvPr/>
        </p:nvSpPr>
        <p:spPr>
          <a:xfrm>
            <a:off x="6983563" y="1997871"/>
            <a:ext cx="1235767" cy="2186542"/>
          </a:xfrm>
          <a:custGeom>
            <a:avLst/>
            <a:gdLst>
              <a:gd name="csX0" fmla="*/ 628819 w 1235767"/>
              <a:gd name="csY0" fmla="*/ 0 h 2186542"/>
              <a:gd name="csX1" fmla="*/ 671941 w 1235767"/>
              <a:gd name="csY1" fmla="*/ 26197 h 2186542"/>
              <a:gd name="csX2" fmla="*/ 1235767 w 1235767"/>
              <a:gd name="csY2" fmla="*/ 1086627 h 2186542"/>
              <a:gd name="csX3" fmla="*/ 671941 w 1235767"/>
              <a:gd name="csY3" fmla="*/ 2147057 h 2186542"/>
              <a:gd name="csX4" fmla="*/ 606948 w 1235767"/>
              <a:gd name="csY4" fmla="*/ 2186542 h 2186542"/>
              <a:gd name="csX5" fmla="*/ 563826 w 1235767"/>
              <a:gd name="csY5" fmla="*/ 2160344 h 2186542"/>
              <a:gd name="csX6" fmla="*/ 0 w 1235767"/>
              <a:gd name="csY6" fmla="*/ 1099914 h 2186542"/>
              <a:gd name="csX7" fmla="*/ 563826 w 1235767"/>
              <a:gd name="csY7" fmla="*/ 39484 h 2186542"/>
              <a:gd name="csX8" fmla="*/ 628819 w 1235767"/>
              <a:gd name="csY8" fmla="*/ 0 h 2186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767" h="218654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cubicBezTo>
                  <a:pt x="1235767" y="1528053"/>
                  <a:pt x="1012113" y="1917241"/>
                  <a:pt x="671941" y="2147057"/>
                </a:cubicBezTo>
                <a:lnTo>
                  <a:pt x="606948" y="2186542"/>
                </a:lnTo>
                <a:lnTo>
                  <a:pt x="563826" y="2160344"/>
                </a:lnTo>
                <a:cubicBezTo>
                  <a:pt x="223654" y="1930528"/>
                  <a:pt x="0" y="1541340"/>
                  <a:pt x="0" y="1099914"/>
                </a:cubicBez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8017AC3-49A6-4816-19F9-204D46E808EF}"/>
              </a:ext>
            </a:extLst>
          </p:cNvPr>
          <p:cNvSpPr/>
          <p:nvPr/>
        </p:nvSpPr>
        <p:spPr>
          <a:xfrm>
            <a:off x="5661660" y="1805662"/>
            <a:ext cx="1950722" cy="2557670"/>
          </a:xfrm>
          <a:custGeom>
            <a:avLst/>
            <a:gdLst>
              <a:gd name="csX0" fmla="*/ 1278835 w 1950722"/>
              <a:gd name="csY0" fmla="*/ 0 h 2557670"/>
              <a:gd name="csX1" fmla="*/ 1888404 w 1950722"/>
              <a:gd name="csY1" fmla="*/ 154348 h 2557670"/>
              <a:gd name="csX2" fmla="*/ 1950722 w 1950722"/>
              <a:gd name="csY2" fmla="*/ 192208 h 2557670"/>
              <a:gd name="csX3" fmla="*/ 1885729 w 1950722"/>
              <a:gd name="csY3" fmla="*/ 231692 h 2557670"/>
              <a:gd name="csX4" fmla="*/ 1321903 w 1950722"/>
              <a:gd name="csY4" fmla="*/ 1292122 h 2557670"/>
              <a:gd name="csX5" fmla="*/ 1885729 w 1950722"/>
              <a:gd name="csY5" fmla="*/ 2352552 h 2557670"/>
              <a:gd name="csX6" fmla="*/ 1928851 w 1950722"/>
              <a:gd name="csY6" fmla="*/ 2378750 h 2557670"/>
              <a:gd name="csX7" fmla="*/ 1888404 w 1950722"/>
              <a:gd name="csY7" fmla="*/ 2403322 h 2557670"/>
              <a:gd name="csX8" fmla="*/ 1278835 w 1950722"/>
              <a:gd name="csY8" fmla="*/ 2557670 h 2557670"/>
              <a:gd name="csX9" fmla="*/ 0 w 1950722"/>
              <a:gd name="csY9" fmla="*/ 1278835 h 2557670"/>
              <a:gd name="csX10" fmla="*/ 1278835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cubicBezTo>
                  <a:pt x="1321903" y="1733548"/>
                  <a:pt x="1545557" y="2122736"/>
                  <a:pt x="1885729" y="2352552"/>
                </a:cubicBezTo>
                <a:lnTo>
                  <a:pt x="1928851" y="2378750"/>
                </a:lnTo>
                <a:lnTo>
                  <a:pt x="1888404" y="2403322"/>
                </a:lnTo>
                <a:cubicBezTo>
                  <a:pt x="1707202" y="2501757"/>
                  <a:pt x="1499548" y="2557670"/>
                  <a:pt x="1278835" y="2557670"/>
                </a:cubicBezTo>
                <a:cubicBezTo>
                  <a:pt x="572554" y="2557670"/>
                  <a:pt x="0" y="1985116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5E68DA8-2D26-DCA8-2433-DFA506135199}"/>
              </a:ext>
            </a:extLst>
          </p:cNvPr>
          <p:cNvSpPr/>
          <p:nvPr/>
        </p:nvSpPr>
        <p:spPr>
          <a:xfrm>
            <a:off x="7590511" y="1818949"/>
            <a:ext cx="1950722" cy="2557670"/>
          </a:xfrm>
          <a:custGeom>
            <a:avLst/>
            <a:gdLst>
              <a:gd name="csX0" fmla="*/ 671887 w 1950722"/>
              <a:gd name="csY0" fmla="*/ 0 h 2557670"/>
              <a:gd name="csX1" fmla="*/ 1950722 w 1950722"/>
              <a:gd name="csY1" fmla="*/ 1278835 h 2557670"/>
              <a:gd name="csX2" fmla="*/ 671887 w 1950722"/>
              <a:gd name="csY2" fmla="*/ 2557670 h 2557670"/>
              <a:gd name="csX3" fmla="*/ 62318 w 1950722"/>
              <a:gd name="csY3" fmla="*/ 2403322 h 2557670"/>
              <a:gd name="csX4" fmla="*/ 0 w 1950722"/>
              <a:gd name="csY4" fmla="*/ 2365463 h 2557670"/>
              <a:gd name="csX5" fmla="*/ 64993 w 1950722"/>
              <a:gd name="csY5" fmla="*/ 2325978 h 2557670"/>
              <a:gd name="csX6" fmla="*/ 628819 w 1950722"/>
              <a:gd name="csY6" fmla="*/ 1265548 h 2557670"/>
              <a:gd name="csX7" fmla="*/ 64993 w 1950722"/>
              <a:gd name="csY7" fmla="*/ 205118 h 2557670"/>
              <a:gd name="csX8" fmla="*/ 21871 w 1950722"/>
              <a:gd name="csY8" fmla="*/ 178921 h 2557670"/>
              <a:gd name="csX9" fmla="*/ 62318 w 1950722"/>
              <a:gd name="csY9" fmla="*/ 154348 h 2557670"/>
              <a:gd name="csX10" fmla="*/ 671887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671887" y="0"/>
                </a:moveTo>
                <a:cubicBezTo>
                  <a:pt x="1378168" y="0"/>
                  <a:pt x="1950722" y="572554"/>
                  <a:pt x="1950722" y="1278835"/>
                </a:cubicBezTo>
                <a:cubicBezTo>
                  <a:pt x="1950722" y="1985116"/>
                  <a:pt x="1378168" y="2557670"/>
                  <a:pt x="671887" y="2557670"/>
                </a:cubicBezTo>
                <a:cubicBezTo>
                  <a:pt x="451174" y="2557670"/>
                  <a:pt x="243521" y="2501757"/>
                  <a:pt x="62318" y="2403322"/>
                </a:cubicBezTo>
                <a:lnTo>
                  <a:pt x="0" y="2365463"/>
                </a:lnTo>
                <a:lnTo>
                  <a:pt x="64993" y="2325978"/>
                </a:lnTo>
                <a:cubicBezTo>
                  <a:pt x="405165" y="2096162"/>
                  <a:pt x="628819" y="1706974"/>
                  <a:pt x="628819" y="1265548"/>
                </a:cubicBezTo>
                <a:cubicBezTo>
                  <a:pt x="628819" y="824123"/>
                  <a:pt x="405165" y="434934"/>
                  <a:pt x="64993" y="205118"/>
                </a:cubicBezTo>
                <a:lnTo>
                  <a:pt x="21871" y="178921"/>
                </a:lnTo>
                <a:lnTo>
                  <a:pt x="62318" y="154348"/>
                </a:lnTo>
                <a:cubicBezTo>
                  <a:pt x="243521" y="55914"/>
                  <a:pt x="451174" y="0"/>
                  <a:pt x="671887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8CFD3A4-6E51-50CA-2BC8-3215E4A54EEA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BD30F72-7CFC-29E2-2DCA-FF0E8FAA7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54FE6C2-3F8E-49E6-9C39-2FCBF9131326}"/>
                  </a:ext>
                </a:extLst>
              </p:cNvPr>
              <p:cNvSpPr txBox="1"/>
              <p:nvPr/>
            </p:nvSpPr>
            <p:spPr>
              <a:xfrm>
                <a:off x="6700289" y="1446456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F2C3C05-8DBE-6CB5-B403-FBE1D6732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89" y="1446456"/>
                <a:ext cx="194605" cy="276999"/>
              </a:xfrm>
              <a:prstGeom prst="rect">
                <a:avLst/>
              </a:prstGeom>
              <a:blipFill>
                <a:blip r:embed="rId3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74A58A0-372A-11AB-343F-8B37241F2988}"/>
                  </a:ext>
                </a:extLst>
              </p:cNvPr>
              <p:cNvSpPr txBox="1"/>
              <p:nvPr/>
            </p:nvSpPr>
            <p:spPr>
              <a:xfrm>
                <a:off x="8376697" y="1435541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1AD95B4-D0BB-FEAD-2C22-2EEA58F60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697" y="1435541"/>
                <a:ext cx="204992" cy="276999"/>
              </a:xfrm>
              <a:prstGeom prst="rect">
                <a:avLst/>
              </a:prstGeom>
              <a:blipFill>
                <a:blip r:embed="rId4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4D5B82C-C74F-718F-BFAF-BAB47F69C963}"/>
              </a:ext>
            </a:extLst>
          </p:cNvPr>
          <p:cNvSpPr/>
          <p:nvPr/>
        </p:nvSpPr>
        <p:spPr>
          <a:xfrm>
            <a:off x="3299460" y="5402308"/>
            <a:ext cx="8789840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A22FFB1-7C4A-EACE-A6AD-787F4D3BD31C}"/>
              </a:ext>
            </a:extLst>
          </p:cNvPr>
          <p:cNvSpPr txBox="1"/>
          <p:nvPr/>
        </p:nvSpPr>
        <p:spPr>
          <a:xfrm>
            <a:off x="3346168" y="6062866"/>
            <a:ext cx="8743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เขียนเซตจากพื้นที่แรเงาได้เป็น 		     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- 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13B3B2-6EDC-6AE1-15A9-AB12C7898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921" y="736899"/>
            <a:ext cx="695422" cy="80021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E6FD55-2617-EBF2-7748-1A220CEAF2C6}"/>
              </a:ext>
            </a:extLst>
          </p:cNvPr>
          <p:cNvSpPr/>
          <p:nvPr/>
        </p:nvSpPr>
        <p:spPr>
          <a:xfrm>
            <a:off x="3398520" y="5521846"/>
            <a:ext cx="1508760" cy="43461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เขียนเซต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5013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D180-58C7-C49E-3169-217186DF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02149A1-1D2A-351D-0C63-CD5782A8A0ED}"/>
              </a:ext>
            </a:extLst>
          </p:cNvPr>
          <p:cNvSpPr/>
          <p:nvPr/>
        </p:nvSpPr>
        <p:spPr>
          <a:xfrm>
            <a:off x="3299460" y="657592"/>
            <a:ext cx="8789840" cy="461641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7997A-0FDB-5EC6-DDD3-24ACB5E1A364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31723A6-F7A5-2109-7064-A11BF0C56008}"/>
              </a:ext>
            </a:extLst>
          </p:cNvPr>
          <p:cNvSpPr/>
          <p:nvPr/>
        </p:nvSpPr>
        <p:spPr>
          <a:xfrm>
            <a:off x="102700" y="679490"/>
            <a:ext cx="3013544" cy="5923648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02AB4-E230-4C65-78E2-B1BB0C663B2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พื้นที่แรเงาบนแผนภาพเวนน์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5FB1F2-BA85-07DC-36C2-685C195A97EE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9C9B453-A331-BFD8-676A-85303C73FED0}"/>
              </a:ext>
            </a:extLst>
          </p:cNvPr>
          <p:cNvGrpSpPr/>
          <p:nvPr/>
        </p:nvGrpSpPr>
        <p:grpSpPr>
          <a:xfrm>
            <a:off x="507376" y="1354122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BC7BE08-147B-1CB8-94DF-935620E1A570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070F462-941A-B5E0-DDDD-DB69A91D616C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F7D0949-AEEC-BB41-65FA-42655779DF6C}"/>
              </a:ext>
            </a:extLst>
          </p:cNvPr>
          <p:cNvSpPr txBox="1"/>
          <p:nvPr/>
        </p:nvSpPr>
        <p:spPr>
          <a:xfrm>
            <a:off x="536878" y="1368934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C00622-3B8F-4CE8-AA12-BAA5DA0AF8A4}"/>
              </a:ext>
            </a:extLst>
          </p:cNvPr>
          <p:cNvSpPr txBox="1"/>
          <p:nvPr/>
        </p:nvSpPr>
        <p:spPr>
          <a:xfrm>
            <a:off x="470534" y="884514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7C9ED5C-813E-9EDB-5A40-909D07CAA4CF}"/>
              </a:ext>
            </a:extLst>
          </p:cNvPr>
          <p:cNvSpPr/>
          <p:nvPr/>
        </p:nvSpPr>
        <p:spPr>
          <a:xfrm>
            <a:off x="284915" y="2147395"/>
            <a:ext cx="2530503" cy="8073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เลือกที่แผนภาพ</a:t>
            </a:r>
          </a:p>
          <a:p>
            <a:pPr algn="ctr"/>
            <a:r>
              <a:rPr lang="th-TH" sz="2400" dirty="0">
                <a:solidFill>
                  <a:schemeClr val="tx1"/>
                </a:solidFill>
              </a:rPr>
              <a:t>เพื่อแรเงาหรือยกเลิก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23A321F-812E-75C1-A779-2979D361D371}"/>
              </a:ext>
            </a:extLst>
          </p:cNvPr>
          <p:cNvSpPr/>
          <p:nvPr/>
        </p:nvSpPr>
        <p:spPr>
          <a:xfrm>
            <a:off x="6983563" y="1997871"/>
            <a:ext cx="1235767" cy="2186542"/>
          </a:xfrm>
          <a:custGeom>
            <a:avLst/>
            <a:gdLst>
              <a:gd name="csX0" fmla="*/ 628819 w 1235767"/>
              <a:gd name="csY0" fmla="*/ 0 h 2186542"/>
              <a:gd name="csX1" fmla="*/ 671941 w 1235767"/>
              <a:gd name="csY1" fmla="*/ 26197 h 2186542"/>
              <a:gd name="csX2" fmla="*/ 1235767 w 1235767"/>
              <a:gd name="csY2" fmla="*/ 1086627 h 2186542"/>
              <a:gd name="csX3" fmla="*/ 671941 w 1235767"/>
              <a:gd name="csY3" fmla="*/ 2147057 h 2186542"/>
              <a:gd name="csX4" fmla="*/ 606948 w 1235767"/>
              <a:gd name="csY4" fmla="*/ 2186542 h 2186542"/>
              <a:gd name="csX5" fmla="*/ 563826 w 1235767"/>
              <a:gd name="csY5" fmla="*/ 2160344 h 2186542"/>
              <a:gd name="csX6" fmla="*/ 0 w 1235767"/>
              <a:gd name="csY6" fmla="*/ 1099914 h 2186542"/>
              <a:gd name="csX7" fmla="*/ 563826 w 1235767"/>
              <a:gd name="csY7" fmla="*/ 39484 h 2186542"/>
              <a:gd name="csX8" fmla="*/ 628819 w 1235767"/>
              <a:gd name="csY8" fmla="*/ 0 h 2186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767" h="218654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cubicBezTo>
                  <a:pt x="1235767" y="1528053"/>
                  <a:pt x="1012113" y="1917241"/>
                  <a:pt x="671941" y="2147057"/>
                </a:cubicBezTo>
                <a:lnTo>
                  <a:pt x="606948" y="2186542"/>
                </a:lnTo>
                <a:lnTo>
                  <a:pt x="563826" y="2160344"/>
                </a:lnTo>
                <a:cubicBezTo>
                  <a:pt x="223654" y="1930528"/>
                  <a:pt x="0" y="1541340"/>
                  <a:pt x="0" y="1099914"/>
                </a:cubicBez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9EFB54-FCE6-024D-24D7-12E5DB48545A}"/>
              </a:ext>
            </a:extLst>
          </p:cNvPr>
          <p:cNvSpPr/>
          <p:nvPr/>
        </p:nvSpPr>
        <p:spPr>
          <a:xfrm>
            <a:off x="5661660" y="1805662"/>
            <a:ext cx="1950722" cy="2557670"/>
          </a:xfrm>
          <a:custGeom>
            <a:avLst/>
            <a:gdLst>
              <a:gd name="csX0" fmla="*/ 1278835 w 1950722"/>
              <a:gd name="csY0" fmla="*/ 0 h 2557670"/>
              <a:gd name="csX1" fmla="*/ 1888404 w 1950722"/>
              <a:gd name="csY1" fmla="*/ 154348 h 2557670"/>
              <a:gd name="csX2" fmla="*/ 1950722 w 1950722"/>
              <a:gd name="csY2" fmla="*/ 192208 h 2557670"/>
              <a:gd name="csX3" fmla="*/ 1885729 w 1950722"/>
              <a:gd name="csY3" fmla="*/ 231692 h 2557670"/>
              <a:gd name="csX4" fmla="*/ 1321903 w 1950722"/>
              <a:gd name="csY4" fmla="*/ 1292122 h 2557670"/>
              <a:gd name="csX5" fmla="*/ 1885729 w 1950722"/>
              <a:gd name="csY5" fmla="*/ 2352552 h 2557670"/>
              <a:gd name="csX6" fmla="*/ 1928851 w 1950722"/>
              <a:gd name="csY6" fmla="*/ 2378750 h 2557670"/>
              <a:gd name="csX7" fmla="*/ 1888404 w 1950722"/>
              <a:gd name="csY7" fmla="*/ 2403322 h 2557670"/>
              <a:gd name="csX8" fmla="*/ 1278835 w 1950722"/>
              <a:gd name="csY8" fmla="*/ 2557670 h 2557670"/>
              <a:gd name="csX9" fmla="*/ 0 w 1950722"/>
              <a:gd name="csY9" fmla="*/ 1278835 h 2557670"/>
              <a:gd name="csX10" fmla="*/ 1278835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cubicBezTo>
                  <a:pt x="1321903" y="1733548"/>
                  <a:pt x="1545557" y="2122736"/>
                  <a:pt x="1885729" y="2352552"/>
                </a:cubicBezTo>
                <a:lnTo>
                  <a:pt x="1928851" y="2378750"/>
                </a:lnTo>
                <a:lnTo>
                  <a:pt x="1888404" y="2403322"/>
                </a:lnTo>
                <a:cubicBezTo>
                  <a:pt x="1707202" y="2501757"/>
                  <a:pt x="1499548" y="2557670"/>
                  <a:pt x="1278835" y="2557670"/>
                </a:cubicBezTo>
                <a:cubicBezTo>
                  <a:pt x="572554" y="2557670"/>
                  <a:pt x="0" y="1985116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C07F306-65F7-12B1-DC72-E9962B67408A}"/>
              </a:ext>
            </a:extLst>
          </p:cNvPr>
          <p:cNvSpPr/>
          <p:nvPr/>
        </p:nvSpPr>
        <p:spPr>
          <a:xfrm>
            <a:off x="7590511" y="1818949"/>
            <a:ext cx="1950722" cy="2557670"/>
          </a:xfrm>
          <a:custGeom>
            <a:avLst/>
            <a:gdLst>
              <a:gd name="csX0" fmla="*/ 671887 w 1950722"/>
              <a:gd name="csY0" fmla="*/ 0 h 2557670"/>
              <a:gd name="csX1" fmla="*/ 1950722 w 1950722"/>
              <a:gd name="csY1" fmla="*/ 1278835 h 2557670"/>
              <a:gd name="csX2" fmla="*/ 671887 w 1950722"/>
              <a:gd name="csY2" fmla="*/ 2557670 h 2557670"/>
              <a:gd name="csX3" fmla="*/ 62318 w 1950722"/>
              <a:gd name="csY3" fmla="*/ 2403322 h 2557670"/>
              <a:gd name="csX4" fmla="*/ 0 w 1950722"/>
              <a:gd name="csY4" fmla="*/ 2365463 h 2557670"/>
              <a:gd name="csX5" fmla="*/ 64993 w 1950722"/>
              <a:gd name="csY5" fmla="*/ 2325978 h 2557670"/>
              <a:gd name="csX6" fmla="*/ 628819 w 1950722"/>
              <a:gd name="csY6" fmla="*/ 1265548 h 2557670"/>
              <a:gd name="csX7" fmla="*/ 64993 w 1950722"/>
              <a:gd name="csY7" fmla="*/ 205118 h 2557670"/>
              <a:gd name="csX8" fmla="*/ 21871 w 1950722"/>
              <a:gd name="csY8" fmla="*/ 178921 h 2557670"/>
              <a:gd name="csX9" fmla="*/ 62318 w 1950722"/>
              <a:gd name="csY9" fmla="*/ 154348 h 2557670"/>
              <a:gd name="csX10" fmla="*/ 671887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671887" y="0"/>
                </a:moveTo>
                <a:cubicBezTo>
                  <a:pt x="1378168" y="0"/>
                  <a:pt x="1950722" y="572554"/>
                  <a:pt x="1950722" y="1278835"/>
                </a:cubicBezTo>
                <a:cubicBezTo>
                  <a:pt x="1950722" y="1985116"/>
                  <a:pt x="1378168" y="2557670"/>
                  <a:pt x="671887" y="2557670"/>
                </a:cubicBezTo>
                <a:cubicBezTo>
                  <a:pt x="451174" y="2557670"/>
                  <a:pt x="243521" y="2501757"/>
                  <a:pt x="62318" y="2403322"/>
                </a:cubicBezTo>
                <a:lnTo>
                  <a:pt x="0" y="2365463"/>
                </a:lnTo>
                <a:lnTo>
                  <a:pt x="64993" y="2325978"/>
                </a:lnTo>
                <a:cubicBezTo>
                  <a:pt x="405165" y="2096162"/>
                  <a:pt x="628819" y="1706974"/>
                  <a:pt x="628819" y="1265548"/>
                </a:cubicBezTo>
                <a:cubicBezTo>
                  <a:pt x="628819" y="824123"/>
                  <a:pt x="405165" y="434934"/>
                  <a:pt x="64993" y="205118"/>
                </a:cubicBezTo>
                <a:lnTo>
                  <a:pt x="21871" y="178921"/>
                </a:lnTo>
                <a:lnTo>
                  <a:pt x="62318" y="154348"/>
                </a:lnTo>
                <a:cubicBezTo>
                  <a:pt x="243521" y="55914"/>
                  <a:pt x="451174" y="0"/>
                  <a:pt x="671887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E3FE198-8656-532D-C622-55D023B3781C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BD30F72-7CFC-29E2-2DCA-FF0E8FAA7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406F835-319B-6536-6B90-C34002F2A1B5}"/>
                  </a:ext>
                </a:extLst>
              </p:cNvPr>
              <p:cNvSpPr txBox="1"/>
              <p:nvPr/>
            </p:nvSpPr>
            <p:spPr>
              <a:xfrm>
                <a:off x="6700289" y="1446456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F2C3C05-8DBE-6CB5-B403-FBE1D6732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89" y="1446456"/>
                <a:ext cx="194605" cy="276999"/>
              </a:xfrm>
              <a:prstGeom prst="rect">
                <a:avLst/>
              </a:prstGeom>
              <a:blipFill>
                <a:blip r:embed="rId3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95FAC5A-47D4-F06D-5747-B2679AF0392B}"/>
                  </a:ext>
                </a:extLst>
              </p:cNvPr>
              <p:cNvSpPr txBox="1"/>
              <p:nvPr/>
            </p:nvSpPr>
            <p:spPr>
              <a:xfrm>
                <a:off x="8376697" y="1435541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1AD95B4-D0BB-FEAD-2C22-2EEA58F60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697" y="1435541"/>
                <a:ext cx="204992" cy="276999"/>
              </a:xfrm>
              <a:prstGeom prst="rect">
                <a:avLst/>
              </a:prstGeom>
              <a:blipFill>
                <a:blip r:embed="rId4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C8B4D73-5D77-E9D6-266A-9D768F2E42B7}"/>
              </a:ext>
            </a:extLst>
          </p:cNvPr>
          <p:cNvSpPr/>
          <p:nvPr/>
        </p:nvSpPr>
        <p:spPr>
          <a:xfrm>
            <a:off x="3299460" y="5402308"/>
            <a:ext cx="8789840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8337AB-A685-6CF1-85D5-8C87CCED48F7}"/>
              </a:ext>
            </a:extLst>
          </p:cNvPr>
          <p:cNvSpPr txBox="1"/>
          <p:nvPr/>
        </p:nvSpPr>
        <p:spPr>
          <a:xfrm>
            <a:off x="3346168" y="6062866"/>
            <a:ext cx="8743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เขียนเซตจากพื้นที่แรเงาได้เป็น 		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(A – B)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⋃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(B – A)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71DEF3-F353-821A-FDEE-1B8EF9600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921" y="736899"/>
            <a:ext cx="695422" cy="80021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650BC8C-F2F3-EE92-28F1-63DEF13D7455}"/>
              </a:ext>
            </a:extLst>
          </p:cNvPr>
          <p:cNvSpPr/>
          <p:nvPr/>
        </p:nvSpPr>
        <p:spPr>
          <a:xfrm>
            <a:off x="3398520" y="5521846"/>
            <a:ext cx="1508760" cy="43461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เขียนเซต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3690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F587-6836-C05F-8135-4FE60D9E0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8269DE1-C139-8B7D-F38A-0051916B6997}"/>
              </a:ext>
            </a:extLst>
          </p:cNvPr>
          <p:cNvSpPr/>
          <p:nvPr/>
        </p:nvSpPr>
        <p:spPr>
          <a:xfrm>
            <a:off x="3299460" y="657592"/>
            <a:ext cx="8789840" cy="461641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4CB20-C0CE-D9C6-72B2-8928C1F2BA8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7DF1F5F-F79E-8D99-E3E5-14CC48FCB005}"/>
              </a:ext>
            </a:extLst>
          </p:cNvPr>
          <p:cNvSpPr/>
          <p:nvPr/>
        </p:nvSpPr>
        <p:spPr>
          <a:xfrm>
            <a:off x="102700" y="679490"/>
            <a:ext cx="3013544" cy="5923648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58B4F-F1E0-5CF6-FC6A-78203E75288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พื้นที่แรเงาบนแผนภาพเวนน์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DC538-1F9C-0CC8-D963-04EF0CF32B1E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A4D33D-B86E-DF5A-81DE-7B8B6F5A5B20}"/>
              </a:ext>
            </a:extLst>
          </p:cNvPr>
          <p:cNvGrpSpPr/>
          <p:nvPr/>
        </p:nvGrpSpPr>
        <p:grpSpPr>
          <a:xfrm>
            <a:off x="507377" y="1354122"/>
            <a:ext cx="1724965" cy="461665"/>
            <a:chOff x="96740" y="1202460"/>
            <a:chExt cx="1724965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19E20CF-1DA8-49E5-462E-DA7787777977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DA9C296-F89B-8747-AA86-03E73B766499}"/>
                </a:ext>
              </a:extLst>
            </p:cNvPr>
            <p:cNvSpPr/>
            <p:nvPr/>
          </p:nvSpPr>
          <p:spPr>
            <a:xfrm>
              <a:off x="948386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52D657E-897C-F5D5-C20F-66BE48029502}"/>
              </a:ext>
            </a:extLst>
          </p:cNvPr>
          <p:cNvSpPr txBox="1"/>
          <p:nvPr/>
        </p:nvSpPr>
        <p:spPr>
          <a:xfrm>
            <a:off x="552192" y="139813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6BE7D7-1125-1C04-8FEF-02A991114E06}"/>
              </a:ext>
            </a:extLst>
          </p:cNvPr>
          <p:cNvSpPr txBox="1"/>
          <p:nvPr/>
        </p:nvSpPr>
        <p:spPr>
          <a:xfrm>
            <a:off x="470534" y="884514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5B8B183-E2C1-795E-7E8B-5FC9B9D9BD1B}"/>
              </a:ext>
            </a:extLst>
          </p:cNvPr>
          <p:cNvSpPr/>
          <p:nvPr/>
        </p:nvSpPr>
        <p:spPr>
          <a:xfrm>
            <a:off x="284915" y="2147395"/>
            <a:ext cx="2530503" cy="8073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เลือกที่แผนภาพ</a:t>
            </a:r>
          </a:p>
          <a:p>
            <a:pPr algn="ctr"/>
            <a:r>
              <a:rPr lang="th-TH" sz="2400" dirty="0">
                <a:solidFill>
                  <a:schemeClr val="tx1"/>
                </a:solidFill>
              </a:rPr>
              <a:t>เพื่อแรเงาหรือยกเลิก</a:t>
            </a:r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9ADEA8C-4A5F-5DF6-780F-C105E4C38F61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BD30F72-7CFC-29E2-2DCA-FF0E8FAA7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F859277-1C68-7DD4-5155-8B5EAFAD4D1C}"/>
              </a:ext>
            </a:extLst>
          </p:cNvPr>
          <p:cNvSpPr/>
          <p:nvPr/>
        </p:nvSpPr>
        <p:spPr>
          <a:xfrm>
            <a:off x="3299460" y="5402308"/>
            <a:ext cx="8789840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B0F906-9345-C85E-AC4C-E908938D5A09}"/>
              </a:ext>
            </a:extLst>
          </p:cNvPr>
          <p:cNvSpPr txBox="1"/>
          <p:nvPr/>
        </p:nvSpPr>
        <p:spPr>
          <a:xfrm>
            <a:off x="3346168" y="6062866"/>
            <a:ext cx="8743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เขียนเซตจากพื้นที่แรเงาได้เป็น 		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A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⋃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EBF38C-0572-6489-E6BC-5B1537CF6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921" y="736899"/>
            <a:ext cx="695422" cy="80021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1DC7167-626E-5BC8-CC82-47C3C5844EAD}"/>
              </a:ext>
            </a:extLst>
          </p:cNvPr>
          <p:cNvSpPr/>
          <p:nvPr/>
        </p:nvSpPr>
        <p:spPr>
          <a:xfrm>
            <a:off x="3398520" y="5521846"/>
            <a:ext cx="1508760" cy="43461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เขียนเซต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AD446C-1618-1FAF-30D2-5463C331126C}"/>
                  </a:ext>
                </a:extLst>
              </p:cNvPr>
              <p:cNvSpPr txBox="1"/>
              <p:nvPr/>
            </p:nvSpPr>
            <p:spPr>
              <a:xfrm>
                <a:off x="6588974" y="958776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AD446C-1618-1FAF-30D2-5463C3311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74" y="958776"/>
                <a:ext cx="194605" cy="276999"/>
              </a:xfrm>
              <a:prstGeom prst="rect">
                <a:avLst/>
              </a:prstGeom>
              <a:blipFill>
                <a:blip r:embed="rId4"/>
                <a:stretch>
                  <a:fillRect l="-31250" r="-2812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D483B2B-CC0C-EE38-F6A4-8299E07C0260}"/>
                  </a:ext>
                </a:extLst>
              </p:cNvPr>
              <p:cNvSpPr txBox="1"/>
              <p:nvPr/>
            </p:nvSpPr>
            <p:spPr>
              <a:xfrm>
                <a:off x="8262397" y="932804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D483B2B-CC0C-EE38-F6A4-8299E07C0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397" y="932804"/>
                <a:ext cx="204992" cy="276999"/>
              </a:xfrm>
              <a:prstGeom prst="rect">
                <a:avLst/>
              </a:prstGeom>
              <a:blipFill>
                <a:blip r:embed="rId5"/>
                <a:stretch>
                  <a:fillRect l="-26471" r="-2647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40BC1C6-BED2-D36A-4F95-A2EFAD0048E6}"/>
              </a:ext>
            </a:extLst>
          </p:cNvPr>
          <p:cNvSpPr/>
          <p:nvPr/>
        </p:nvSpPr>
        <p:spPr>
          <a:xfrm>
            <a:off x="5661660" y="1317983"/>
            <a:ext cx="1950722" cy="2419066"/>
          </a:xfrm>
          <a:custGeom>
            <a:avLst/>
            <a:gdLst>
              <a:gd name="csX0" fmla="*/ 1278835 w 1950722"/>
              <a:gd name="csY0" fmla="*/ 0 h 2419066"/>
              <a:gd name="csX1" fmla="*/ 1888404 w 1950722"/>
              <a:gd name="csY1" fmla="*/ 154348 h 2419066"/>
              <a:gd name="csX2" fmla="*/ 1950722 w 1950722"/>
              <a:gd name="csY2" fmla="*/ 192208 h 2419066"/>
              <a:gd name="csX3" fmla="*/ 1885729 w 1950722"/>
              <a:gd name="csY3" fmla="*/ 231692 h 2419066"/>
              <a:gd name="csX4" fmla="*/ 1321903 w 1950722"/>
              <a:gd name="csY4" fmla="*/ 1292122 h 2419066"/>
              <a:gd name="csX5" fmla="*/ 1324346 w 1950722"/>
              <a:gd name="csY5" fmla="*/ 1340510 h 2419066"/>
              <a:gd name="csX6" fmla="*/ 1264866 w 1950722"/>
              <a:gd name="csY6" fmla="*/ 1376645 h 2419066"/>
              <a:gd name="csX7" fmla="*/ 707642 w 1950722"/>
              <a:gd name="csY7" fmla="*/ 2306322 h 2419066"/>
              <a:gd name="csX8" fmla="*/ 701950 w 1950722"/>
              <a:gd name="csY8" fmla="*/ 2419066 h 2419066"/>
              <a:gd name="csX9" fmla="*/ 669266 w 1950722"/>
              <a:gd name="csY9" fmla="*/ 2403322 h 2419066"/>
              <a:gd name="csX10" fmla="*/ 0 w 1950722"/>
              <a:gd name="csY10" fmla="*/ 1278835 h 2419066"/>
              <a:gd name="csX11" fmla="*/ 1278835 w 1950722"/>
              <a:gd name="csY11" fmla="*/ 0 h 2419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950722" h="2419066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lnTo>
                  <a:pt x="1324346" y="1340510"/>
                </a:lnTo>
                <a:lnTo>
                  <a:pt x="1264866" y="1376645"/>
                </a:lnTo>
                <a:cubicBezTo>
                  <a:pt x="958711" y="1583479"/>
                  <a:pt x="746936" y="1919406"/>
                  <a:pt x="707642" y="2306322"/>
                </a:cubicBezTo>
                <a:lnTo>
                  <a:pt x="701950" y="2419066"/>
                </a:lnTo>
                <a:lnTo>
                  <a:pt x="669266" y="2403322"/>
                </a:lnTo>
                <a:cubicBezTo>
                  <a:pt x="270621" y="2186765"/>
                  <a:pt x="0" y="1764403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2AFF874C-5679-5697-F4C1-4A53FAD5F7D4}"/>
              </a:ext>
            </a:extLst>
          </p:cNvPr>
          <p:cNvSpPr/>
          <p:nvPr/>
        </p:nvSpPr>
        <p:spPr>
          <a:xfrm>
            <a:off x="7612382" y="1331270"/>
            <a:ext cx="1928851" cy="2375401"/>
          </a:xfrm>
          <a:custGeom>
            <a:avLst/>
            <a:gdLst>
              <a:gd name="csX0" fmla="*/ 650016 w 1928851"/>
              <a:gd name="csY0" fmla="*/ 0 h 2375401"/>
              <a:gd name="csX1" fmla="*/ 1928851 w 1928851"/>
              <a:gd name="csY1" fmla="*/ 1278835 h 2375401"/>
              <a:gd name="csX2" fmla="*/ 1365025 w 1928851"/>
              <a:gd name="csY2" fmla="*/ 2339265 h 2375401"/>
              <a:gd name="csX3" fmla="*/ 1305545 w 1928851"/>
              <a:gd name="csY3" fmla="*/ 2375401 h 2375401"/>
              <a:gd name="csX4" fmla="*/ 1301386 w 1928851"/>
              <a:gd name="csY4" fmla="*/ 2293035 h 2375401"/>
              <a:gd name="csX5" fmla="*/ 638722 w 1928851"/>
              <a:gd name="csY5" fmla="*/ 1299301 h 2375401"/>
              <a:gd name="csX6" fmla="*/ 606039 w 1928851"/>
              <a:gd name="csY6" fmla="*/ 1283557 h 2375401"/>
              <a:gd name="csX7" fmla="*/ 606948 w 1928851"/>
              <a:gd name="csY7" fmla="*/ 1265548 h 2375401"/>
              <a:gd name="csX8" fmla="*/ 43122 w 1928851"/>
              <a:gd name="csY8" fmla="*/ 205118 h 2375401"/>
              <a:gd name="csX9" fmla="*/ 0 w 1928851"/>
              <a:gd name="csY9" fmla="*/ 178921 h 2375401"/>
              <a:gd name="csX10" fmla="*/ 40447 w 1928851"/>
              <a:gd name="csY10" fmla="*/ 154348 h 2375401"/>
              <a:gd name="csX11" fmla="*/ 650016 w 1928851"/>
              <a:gd name="csY11" fmla="*/ 0 h 2375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928851" h="2375401">
                <a:moveTo>
                  <a:pt x="650016" y="0"/>
                </a:moveTo>
                <a:cubicBezTo>
                  <a:pt x="1356297" y="0"/>
                  <a:pt x="1928851" y="572554"/>
                  <a:pt x="1928851" y="1278835"/>
                </a:cubicBezTo>
                <a:cubicBezTo>
                  <a:pt x="1928851" y="1720261"/>
                  <a:pt x="1705197" y="2109449"/>
                  <a:pt x="1365025" y="2339265"/>
                </a:cubicBezTo>
                <a:lnTo>
                  <a:pt x="1305545" y="2375401"/>
                </a:lnTo>
                <a:lnTo>
                  <a:pt x="1301386" y="2293035"/>
                </a:lnTo>
                <a:cubicBezTo>
                  <a:pt x="1257726" y="1863128"/>
                  <a:pt x="1001126" y="1496172"/>
                  <a:pt x="638722" y="1299301"/>
                </a:cubicBezTo>
                <a:lnTo>
                  <a:pt x="606039" y="1283557"/>
                </a:lnTo>
                <a:lnTo>
                  <a:pt x="606948" y="1265548"/>
                </a:lnTo>
                <a:cubicBezTo>
                  <a:pt x="606948" y="824123"/>
                  <a:pt x="383294" y="434934"/>
                  <a:pt x="43122" y="205118"/>
                </a:cubicBezTo>
                <a:lnTo>
                  <a:pt x="0" y="178921"/>
                </a:lnTo>
                <a:lnTo>
                  <a:pt x="40447" y="154348"/>
                </a:lnTo>
                <a:cubicBezTo>
                  <a:pt x="221650" y="55914"/>
                  <a:pt x="429303" y="0"/>
                  <a:pt x="650016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24D7D7D-FD76-016B-66D1-4B07DAE6BB50}"/>
              </a:ext>
            </a:extLst>
          </p:cNvPr>
          <p:cNvSpPr/>
          <p:nvPr/>
        </p:nvSpPr>
        <p:spPr>
          <a:xfrm>
            <a:off x="6986006" y="2476223"/>
            <a:ext cx="1232415" cy="1220510"/>
          </a:xfrm>
          <a:custGeom>
            <a:avLst/>
            <a:gdLst>
              <a:gd name="csX0" fmla="*/ 655529 w 1232415"/>
              <a:gd name="csY0" fmla="*/ 0 h 1220510"/>
              <a:gd name="csX1" fmla="*/ 1153309 w 1232415"/>
              <a:gd name="csY1" fmla="*/ 100497 h 1220510"/>
              <a:gd name="csX2" fmla="*/ 1232415 w 1232415"/>
              <a:gd name="csY2" fmla="*/ 138604 h 1220510"/>
              <a:gd name="csX3" fmla="*/ 1226722 w 1232415"/>
              <a:gd name="csY3" fmla="*/ 251348 h 1220510"/>
              <a:gd name="csX4" fmla="*/ 669498 w 1232415"/>
              <a:gd name="csY4" fmla="*/ 1181025 h 1220510"/>
              <a:gd name="csX5" fmla="*/ 604505 w 1232415"/>
              <a:gd name="csY5" fmla="*/ 1220510 h 1220510"/>
              <a:gd name="csX6" fmla="*/ 561383 w 1232415"/>
              <a:gd name="csY6" fmla="*/ 1194312 h 1220510"/>
              <a:gd name="csX7" fmla="*/ 4159 w 1232415"/>
              <a:gd name="csY7" fmla="*/ 264635 h 1220510"/>
              <a:gd name="csX8" fmla="*/ 0 w 1232415"/>
              <a:gd name="csY8" fmla="*/ 182270 h 1220510"/>
              <a:gd name="csX9" fmla="*/ 45960 w 1232415"/>
              <a:gd name="csY9" fmla="*/ 154348 h 1220510"/>
              <a:gd name="csX10" fmla="*/ 655529 w 1232415"/>
              <a:gd name="csY10" fmla="*/ 0 h 1220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32415" h="1220510">
                <a:moveTo>
                  <a:pt x="655529" y="0"/>
                </a:moveTo>
                <a:cubicBezTo>
                  <a:pt x="832099" y="0"/>
                  <a:pt x="1000312" y="35785"/>
                  <a:pt x="1153309" y="100497"/>
                </a:cubicBezTo>
                <a:lnTo>
                  <a:pt x="1232415" y="138604"/>
                </a:lnTo>
                <a:lnTo>
                  <a:pt x="1226722" y="251348"/>
                </a:lnTo>
                <a:cubicBezTo>
                  <a:pt x="1187428" y="638265"/>
                  <a:pt x="975653" y="974191"/>
                  <a:pt x="669498" y="1181025"/>
                </a:cubicBezTo>
                <a:lnTo>
                  <a:pt x="604505" y="1220510"/>
                </a:lnTo>
                <a:lnTo>
                  <a:pt x="561383" y="1194312"/>
                </a:lnTo>
                <a:cubicBezTo>
                  <a:pt x="255228" y="987478"/>
                  <a:pt x="43453" y="651552"/>
                  <a:pt x="4159" y="264635"/>
                </a:cubicBezTo>
                <a:lnTo>
                  <a:pt x="0" y="182270"/>
                </a:lnTo>
                <a:lnTo>
                  <a:pt x="45960" y="154348"/>
                </a:lnTo>
                <a:cubicBezTo>
                  <a:pt x="227163" y="55914"/>
                  <a:pt x="434816" y="0"/>
                  <a:pt x="655529" y="0"/>
                </a:cubicBezTo>
                <a:close/>
              </a:path>
            </a:pathLst>
          </a:cu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A489190-3132-D8E1-37DC-AA2474A4AA62}"/>
              </a:ext>
            </a:extLst>
          </p:cNvPr>
          <p:cNvSpPr/>
          <p:nvPr/>
        </p:nvSpPr>
        <p:spPr>
          <a:xfrm>
            <a:off x="6362699" y="3696733"/>
            <a:ext cx="2557670" cy="1337160"/>
          </a:xfrm>
          <a:custGeom>
            <a:avLst/>
            <a:gdLst>
              <a:gd name="csX0" fmla="*/ 1227811 w 2557670"/>
              <a:gd name="csY0" fmla="*/ 0 h 1337160"/>
              <a:gd name="csX1" fmla="*/ 1290129 w 2557670"/>
              <a:gd name="csY1" fmla="*/ 37859 h 1337160"/>
              <a:gd name="csX2" fmla="*/ 1899698 w 2557670"/>
              <a:gd name="csY2" fmla="*/ 192207 h 1337160"/>
              <a:gd name="csX3" fmla="*/ 2509267 w 2557670"/>
              <a:gd name="csY3" fmla="*/ 37859 h 1337160"/>
              <a:gd name="csX4" fmla="*/ 2555227 w 2557670"/>
              <a:gd name="csY4" fmla="*/ 9938 h 1337160"/>
              <a:gd name="csX5" fmla="*/ 2557670 w 2557670"/>
              <a:gd name="csY5" fmla="*/ 58325 h 1337160"/>
              <a:gd name="csX6" fmla="*/ 1278835 w 2557670"/>
              <a:gd name="csY6" fmla="*/ 1337160 h 1337160"/>
              <a:gd name="csX7" fmla="*/ 0 w 2557670"/>
              <a:gd name="csY7" fmla="*/ 58325 h 1337160"/>
              <a:gd name="csX8" fmla="*/ 910 w 2557670"/>
              <a:gd name="csY8" fmla="*/ 40316 h 1337160"/>
              <a:gd name="csX9" fmla="*/ 80015 w 2557670"/>
              <a:gd name="csY9" fmla="*/ 78423 h 1337160"/>
              <a:gd name="csX10" fmla="*/ 577795 w 2557670"/>
              <a:gd name="csY10" fmla="*/ 178920 h 1337160"/>
              <a:gd name="csX11" fmla="*/ 1187364 w 2557670"/>
              <a:gd name="csY11" fmla="*/ 24572 h 1337160"/>
              <a:gd name="csX12" fmla="*/ 1227811 w 2557670"/>
              <a:gd name="csY12" fmla="*/ 0 h 133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57670" h="1337160">
                <a:moveTo>
                  <a:pt x="1227811" y="0"/>
                </a:moveTo>
                <a:lnTo>
                  <a:pt x="1290129" y="37859"/>
                </a:lnTo>
                <a:cubicBezTo>
                  <a:pt x="1471332" y="136294"/>
                  <a:pt x="1678985" y="192207"/>
                  <a:pt x="1899698" y="192207"/>
                </a:cubicBezTo>
                <a:cubicBezTo>
                  <a:pt x="2120411" y="192207"/>
                  <a:pt x="2328064" y="136294"/>
                  <a:pt x="2509267" y="37859"/>
                </a:cubicBezTo>
                <a:lnTo>
                  <a:pt x="2555227" y="9938"/>
                </a:lnTo>
                <a:lnTo>
                  <a:pt x="2557670" y="58325"/>
                </a:lnTo>
                <a:cubicBezTo>
                  <a:pt x="2557670" y="764606"/>
                  <a:pt x="1985116" y="1337160"/>
                  <a:pt x="1278835" y="1337160"/>
                </a:cubicBezTo>
                <a:cubicBezTo>
                  <a:pt x="572554" y="1337160"/>
                  <a:pt x="0" y="764606"/>
                  <a:pt x="0" y="58325"/>
                </a:cubicBezTo>
                <a:lnTo>
                  <a:pt x="910" y="40316"/>
                </a:lnTo>
                <a:lnTo>
                  <a:pt x="80015" y="78423"/>
                </a:lnTo>
                <a:cubicBezTo>
                  <a:pt x="233013" y="143136"/>
                  <a:pt x="401225" y="178920"/>
                  <a:pt x="577795" y="178920"/>
                </a:cubicBezTo>
                <a:cubicBezTo>
                  <a:pt x="798508" y="178920"/>
                  <a:pt x="1006162" y="123007"/>
                  <a:pt x="1187364" y="24572"/>
                </a:cubicBezTo>
                <a:lnTo>
                  <a:pt x="122781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5AD40D3-F773-DDDD-A406-701584D3B517}"/>
              </a:ext>
            </a:extLst>
          </p:cNvPr>
          <p:cNvSpPr/>
          <p:nvPr/>
        </p:nvSpPr>
        <p:spPr>
          <a:xfrm>
            <a:off x="6983563" y="1510191"/>
            <a:ext cx="1235767" cy="1148302"/>
          </a:xfrm>
          <a:custGeom>
            <a:avLst/>
            <a:gdLst>
              <a:gd name="csX0" fmla="*/ 628819 w 1235767"/>
              <a:gd name="csY0" fmla="*/ 0 h 1148302"/>
              <a:gd name="csX1" fmla="*/ 671941 w 1235767"/>
              <a:gd name="csY1" fmla="*/ 26197 h 1148302"/>
              <a:gd name="csX2" fmla="*/ 1235767 w 1235767"/>
              <a:gd name="csY2" fmla="*/ 1086627 h 1148302"/>
              <a:gd name="csX3" fmla="*/ 1234858 w 1235767"/>
              <a:gd name="csY3" fmla="*/ 1104636 h 1148302"/>
              <a:gd name="csX4" fmla="*/ 1155752 w 1235767"/>
              <a:gd name="csY4" fmla="*/ 1066529 h 1148302"/>
              <a:gd name="csX5" fmla="*/ 657972 w 1235767"/>
              <a:gd name="csY5" fmla="*/ 966032 h 1148302"/>
              <a:gd name="csX6" fmla="*/ 48403 w 1235767"/>
              <a:gd name="csY6" fmla="*/ 1120380 h 1148302"/>
              <a:gd name="csX7" fmla="*/ 2443 w 1235767"/>
              <a:gd name="csY7" fmla="*/ 1148302 h 1148302"/>
              <a:gd name="csX8" fmla="*/ 0 w 1235767"/>
              <a:gd name="csY8" fmla="*/ 1099914 h 1148302"/>
              <a:gd name="csX9" fmla="*/ 563826 w 1235767"/>
              <a:gd name="csY9" fmla="*/ 39484 h 1148302"/>
              <a:gd name="csX10" fmla="*/ 628819 w 1235767"/>
              <a:gd name="csY10" fmla="*/ 0 h 1148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35767" h="114830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lnTo>
                  <a:pt x="1234858" y="1104636"/>
                </a:lnTo>
                <a:lnTo>
                  <a:pt x="1155752" y="1066529"/>
                </a:lnTo>
                <a:cubicBezTo>
                  <a:pt x="1002755" y="1001817"/>
                  <a:pt x="834542" y="966032"/>
                  <a:pt x="657972" y="966032"/>
                </a:cubicBezTo>
                <a:cubicBezTo>
                  <a:pt x="437259" y="966032"/>
                  <a:pt x="229606" y="1021946"/>
                  <a:pt x="48403" y="1120380"/>
                </a:cubicBezTo>
                <a:lnTo>
                  <a:pt x="2443" y="1148302"/>
                </a:lnTo>
                <a:lnTo>
                  <a:pt x="0" y="1099914"/>
                </a:ln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1ECE0B6B-28FF-75B7-1AC3-6EB8043A2AD7}"/>
              </a:ext>
            </a:extLst>
          </p:cNvPr>
          <p:cNvSpPr/>
          <p:nvPr/>
        </p:nvSpPr>
        <p:spPr>
          <a:xfrm>
            <a:off x="7590511" y="2614827"/>
            <a:ext cx="1327416" cy="1274113"/>
          </a:xfrm>
          <a:custGeom>
            <a:avLst/>
            <a:gdLst>
              <a:gd name="csX0" fmla="*/ 627910 w 1327416"/>
              <a:gd name="csY0" fmla="*/ 0 h 1274113"/>
              <a:gd name="csX1" fmla="*/ 660593 w 1327416"/>
              <a:gd name="csY1" fmla="*/ 15744 h 1274113"/>
              <a:gd name="csX2" fmla="*/ 1323257 w 1327416"/>
              <a:gd name="csY2" fmla="*/ 1009478 h 1274113"/>
              <a:gd name="csX3" fmla="*/ 1327416 w 1327416"/>
              <a:gd name="csY3" fmla="*/ 1091844 h 1274113"/>
              <a:gd name="csX4" fmla="*/ 1281456 w 1327416"/>
              <a:gd name="csY4" fmla="*/ 1119765 h 1274113"/>
              <a:gd name="csX5" fmla="*/ 671887 w 1327416"/>
              <a:gd name="csY5" fmla="*/ 1274113 h 1274113"/>
              <a:gd name="csX6" fmla="*/ 62318 w 1327416"/>
              <a:gd name="csY6" fmla="*/ 1119765 h 1274113"/>
              <a:gd name="csX7" fmla="*/ 0 w 1327416"/>
              <a:gd name="csY7" fmla="*/ 1081906 h 1274113"/>
              <a:gd name="csX8" fmla="*/ 64993 w 1327416"/>
              <a:gd name="csY8" fmla="*/ 1042421 h 1274113"/>
              <a:gd name="csX9" fmla="*/ 622217 w 1327416"/>
              <a:gd name="csY9" fmla="*/ 112744 h 1274113"/>
              <a:gd name="csX10" fmla="*/ 627910 w 1327416"/>
              <a:gd name="csY10" fmla="*/ 0 h 127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27416" h="1274113">
                <a:moveTo>
                  <a:pt x="627910" y="0"/>
                </a:moveTo>
                <a:lnTo>
                  <a:pt x="660593" y="15744"/>
                </a:lnTo>
                <a:cubicBezTo>
                  <a:pt x="1022997" y="212615"/>
                  <a:pt x="1279597" y="579571"/>
                  <a:pt x="1323257" y="1009478"/>
                </a:cubicBezTo>
                <a:lnTo>
                  <a:pt x="1327416" y="1091844"/>
                </a:lnTo>
                <a:lnTo>
                  <a:pt x="1281456" y="1119765"/>
                </a:lnTo>
                <a:cubicBezTo>
                  <a:pt x="1100253" y="1218200"/>
                  <a:pt x="892600" y="1274113"/>
                  <a:pt x="671887" y="1274113"/>
                </a:cubicBezTo>
                <a:cubicBezTo>
                  <a:pt x="451174" y="1274113"/>
                  <a:pt x="243521" y="1218200"/>
                  <a:pt x="62318" y="1119765"/>
                </a:cubicBezTo>
                <a:lnTo>
                  <a:pt x="0" y="1081906"/>
                </a:lnTo>
                <a:lnTo>
                  <a:pt x="64993" y="1042421"/>
                </a:lnTo>
                <a:cubicBezTo>
                  <a:pt x="371148" y="835587"/>
                  <a:pt x="582923" y="499661"/>
                  <a:pt x="622217" y="112744"/>
                </a:cubicBezTo>
                <a:lnTo>
                  <a:pt x="62791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CEAD613-2581-FA96-0176-A32FDA53F25A}"/>
              </a:ext>
            </a:extLst>
          </p:cNvPr>
          <p:cNvSpPr/>
          <p:nvPr/>
        </p:nvSpPr>
        <p:spPr>
          <a:xfrm>
            <a:off x="6363610" y="2658493"/>
            <a:ext cx="1226901" cy="1217160"/>
          </a:xfrm>
          <a:custGeom>
            <a:avLst/>
            <a:gdLst>
              <a:gd name="csX0" fmla="*/ 622396 w 1226901"/>
              <a:gd name="csY0" fmla="*/ 0 h 1217160"/>
              <a:gd name="csX1" fmla="*/ 626555 w 1226901"/>
              <a:gd name="csY1" fmla="*/ 82365 h 1217160"/>
              <a:gd name="csX2" fmla="*/ 1183779 w 1226901"/>
              <a:gd name="csY2" fmla="*/ 1012042 h 1217160"/>
              <a:gd name="csX3" fmla="*/ 1226901 w 1226901"/>
              <a:gd name="csY3" fmla="*/ 1038240 h 1217160"/>
              <a:gd name="csX4" fmla="*/ 1186454 w 1226901"/>
              <a:gd name="csY4" fmla="*/ 1062812 h 1217160"/>
              <a:gd name="csX5" fmla="*/ 576885 w 1226901"/>
              <a:gd name="csY5" fmla="*/ 1217160 h 1217160"/>
              <a:gd name="csX6" fmla="*/ 79105 w 1226901"/>
              <a:gd name="csY6" fmla="*/ 1116663 h 1217160"/>
              <a:gd name="csX7" fmla="*/ 0 w 1226901"/>
              <a:gd name="csY7" fmla="*/ 1078556 h 1217160"/>
              <a:gd name="csX8" fmla="*/ 5692 w 1226901"/>
              <a:gd name="csY8" fmla="*/ 965812 h 1217160"/>
              <a:gd name="csX9" fmla="*/ 562916 w 1226901"/>
              <a:gd name="csY9" fmla="*/ 36135 h 1217160"/>
              <a:gd name="csX10" fmla="*/ 622396 w 1226901"/>
              <a:gd name="csY10" fmla="*/ 0 h 121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26901" h="1217160">
                <a:moveTo>
                  <a:pt x="622396" y="0"/>
                </a:moveTo>
                <a:lnTo>
                  <a:pt x="626555" y="82365"/>
                </a:lnTo>
                <a:cubicBezTo>
                  <a:pt x="665849" y="469282"/>
                  <a:pt x="877624" y="805208"/>
                  <a:pt x="1183779" y="1012042"/>
                </a:cubicBezTo>
                <a:lnTo>
                  <a:pt x="1226901" y="1038240"/>
                </a:lnTo>
                <a:lnTo>
                  <a:pt x="1186454" y="1062812"/>
                </a:lnTo>
                <a:cubicBezTo>
                  <a:pt x="1005252" y="1161247"/>
                  <a:pt x="797598" y="1217160"/>
                  <a:pt x="576885" y="1217160"/>
                </a:cubicBezTo>
                <a:cubicBezTo>
                  <a:pt x="400315" y="1217160"/>
                  <a:pt x="232103" y="1181376"/>
                  <a:pt x="79105" y="1116663"/>
                </a:cubicBezTo>
                <a:lnTo>
                  <a:pt x="0" y="1078556"/>
                </a:lnTo>
                <a:lnTo>
                  <a:pt x="5692" y="965812"/>
                </a:lnTo>
                <a:cubicBezTo>
                  <a:pt x="44986" y="578896"/>
                  <a:pt x="256761" y="242969"/>
                  <a:pt x="562916" y="36135"/>
                </a:cubicBezTo>
                <a:lnTo>
                  <a:pt x="622396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C016B4-98A5-065C-CF15-8FE664B09B77}"/>
                  </a:ext>
                </a:extLst>
              </p:cNvPr>
              <p:cNvSpPr txBox="1"/>
              <p:nvPr/>
            </p:nvSpPr>
            <p:spPr>
              <a:xfrm>
                <a:off x="8725893" y="4744685"/>
                <a:ext cx="1944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C016B4-98A5-065C-CF15-8FE664B09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93" y="4744685"/>
                <a:ext cx="194476" cy="276999"/>
              </a:xfrm>
              <a:prstGeom prst="rect">
                <a:avLst/>
              </a:prstGeom>
              <a:blipFill>
                <a:blip r:embed="rId6"/>
                <a:stretch>
                  <a:fillRect l="-28125" r="-2812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18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B834B-096E-04C6-AA74-EBC77A599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EA19B18-4EF2-5B98-976D-EE83E29838B9}"/>
              </a:ext>
            </a:extLst>
          </p:cNvPr>
          <p:cNvSpPr/>
          <p:nvPr/>
        </p:nvSpPr>
        <p:spPr>
          <a:xfrm>
            <a:off x="3346168" y="646523"/>
            <a:ext cx="8789840" cy="4616410"/>
          </a:xfrm>
          <a:prstGeom prst="roundRect">
            <a:avLst>
              <a:gd name="adj" fmla="val 3501"/>
            </a:avLst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10FA8-A2F5-25ED-F9B1-4A80C62A1115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61D82E7-F6AD-B36D-F604-9C5FC8266062}"/>
              </a:ext>
            </a:extLst>
          </p:cNvPr>
          <p:cNvSpPr/>
          <p:nvPr/>
        </p:nvSpPr>
        <p:spPr>
          <a:xfrm>
            <a:off x="102700" y="679490"/>
            <a:ext cx="3013544" cy="5923648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755B6-F7E1-35BD-A010-0789629D9A4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พื้นที่แรเงาบนแผนภาพเวนน์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CA7F29-31E8-9AE5-3032-395803318872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392BD1-7FA6-9638-88D8-789ADED1E931}"/>
              </a:ext>
            </a:extLst>
          </p:cNvPr>
          <p:cNvGrpSpPr/>
          <p:nvPr/>
        </p:nvGrpSpPr>
        <p:grpSpPr>
          <a:xfrm>
            <a:off x="507377" y="1354122"/>
            <a:ext cx="1724965" cy="461665"/>
            <a:chOff x="96740" y="1202460"/>
            <a:chExt cx="1724965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9F90567-6081-B63C-3263-624F07D6EAB6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2FF06DB-B6EE-9BDD-3148-E3ED8C01D5EA}"/>
                </a:ext>
              </a:extLst>
            </p:cNvPr>
            <p:cNvSpPr/>
            <p:nvPr/>
          </p:nvSpPr>
          <p:spPr>
            <a:xfrm>
              <a:off x="948386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B111DB4-633B-7EF1-2462-3699CCD5812E}"/>
              </a:ext>
            </a:extLst>
          </p:cNvPr>
          <p:cNvSpPr txBox="1"/>
          <p:nvPr/>
        </p:nvSpPr>
        <p:spPr>
          <a:xfrm>
            <a:off x="552192" y="139813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7AFA18-6BE2-B0D1-753B-2B85FFB6AE04}"/>
              </a:ext>
            </a:extLst>
          </p:cNvPr>
          <p:cNvSpPr txBox="1"/>
          <p:nvPr/>
        </p:nvSpPr>
        <p:spPr>
          <a:xfrm>
            <a:off x="470534" y="884514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8DF418C-3205-02C3-0283-4F21B220A9C2}"/>
              </a:ext>
            </a:extLst>
          </p:cNvPr>
          <p:cNvSpPr/>
          <p:nvPr/>
        </p:nvSpPr>
        <p:spPr>
          <a:xfrm>
            <a:off x="284915" y="2147395"/>
            <a:ext cx="2530503" cy="8073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เลือกที่แผนภาพ</a:t>
            </a:r>
          </a:p>
          <a:p>
            <a:pPr algn="ctr"/>
            <a:r>
              <a:rPr lang="th-TH" sz="2400" dirty="0">
                <a:solidFill>
                  <a:schemeClr val="tx1"/>
                </a:solidFill>
              </a:rPr>
              <a:t>เพื่อแรเงาหรือยกเลิก</a:t>
            </a:r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19B4502-C986-1BB2-CEA5-8AB542C7C3B7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19B4502-C986-1BB2-CEA5-8AB542C7C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06569C2-9387-5F72-4D0C-A1A527F47E92}"/>
              </a:ext>
            </a:extLst>
          </p:cNvPr>
          <p:cNvSpPr/>
          <p:nvPr/>
        </p:nvSpPr>
        <p:spPr>
          <a:xfrm>
            <a:off x="3299460" y="5402308"/>
            <a:ext cx="8789840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123FA0B-060B-E3E7-BDBE-92C471B152B3}"/>
                  </a:ext>
                </a:extLst>
              </p:cNvPr>
              <p:cNvSpPr txBox="1"/>
              <p:nvPr/>
            </p:nvSpPr>
            <p:spPr>
              <a:xfrm>
                <a:off x="3346168" y="6062866"/>
                <a:ext cx="8743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เขียนเซตจากพื้นที่แรเงาได้เป็น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𝑨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∪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𝑩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∪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𝑪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′</m:t>
                        </m:r>
                      </m:sup>
                    </m:sSup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123FA0B-060B-E3E7-BDBE-92C471B15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68" y="6062866"/>
                <a:ext cx="8743132" cy="461665"/>
              </a:xfrm>
              <a:prstGeom prst="rect">
                <a:avLst/>
              </a:prstGeom>
              <a:blipFill>
                <a:blip r:embed="rId3"/>
                <a:stretch>
                  <a:fillRect l="-1116" t="-6667" b="-3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F7F0018-68B8-4FD6-33E4-720744688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921" y="736899"/>
            <a:ext cx="695422" cy="80021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45851F-FEBA-D8C3-F755-7C5EA95F20DA}"/>
              </a:ext>
            </a:extLst>
          </p:cNvPr>
          <p:cNvSpPr/>
          <p:nvPr/>
        </p:nvSpPr>
        <p:spPr>
          <a:xfrm>
            <a:off x="3398520" y="5521846"/>
            <a:ext cx="1508760" cy="43461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เขียนเซต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91D003-8D8B-3AE8-4D68-81747CB44D62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91D003-8D8B-3AE8-4D68-81747CB44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C30A18F-91D3-7BBC-D68B-5513677F50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98" t="10979"/>
          <a:stretch>
            <a:fillRect/>
          </a:stretch>
        </p:blipFill>
        <p:spPr>
          <a:xfrm>
            <a:off x="11331387" y="824753"/>
            <a:ext cx="586955" cy="7123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CD9B3C-9AD3-0FAC-648D-1B9D0F8F6EBA}"/>
                  </a:ext>
                </a:extLst>
              </p:cNvPr>
              <p:cNvSpPr txBox="1"/>
              <p:nvPr/>
            </p:nvSpPr>
            <p:spPr>
              <a:xfrm>
                <a:off x="6588974" y="958776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CD9B3C-9AD3-0FAC-648D-1B9D0F8F6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74" y="958776"/>
                <a:ext cx="194605" cy="276999"/>
              </a:xfrm>
              <a:prstGeom prst="rect">
                <a:avLst/>
              </a:prstGeom>
              <a:blipFill>
                <a:blip r:embed="rId5"/>
                <a:stretch>
                  <a:fillRect l="-31250" r="-2812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E90439-7966-B580-5DC5-7D7F355B49B9}"/>
                  </a:ext>
                </a:extLst>
              </p:cNvPr>
              <p:cNvSpPr txBox="1"/>
              <p:nvPr/>
            </p:nvSpPr>
            <p:spPr>
              <a:xfrm>
                <a:off x="8262397" y="932804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E90439-7966-B580-5DC5-7D7F355B4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397" y="932804"/>
                <a:ext cx="204992" cy="276999"/>
              </a:xfrm>
              <a:prstGeom prst="rect">
                <a:avLst/>
              </a:prstGeom>
              <a:blipFill>
                <a:blip r:embed="rId6"/>
                <a:stretch>
                  <a:fillRect l="-26471" r="-2647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FDB290C-547D-DD3F-DAE4-302A795EDC02}"/>
              </a:ext>
            </a:extLst>
          </p:cNvPr>
          <p:cNvSpPr/>
          <p:nvPr/>
        </p:nvSpPr>
        <p:spPr>
          <a:xfrm>
            <a:off x="5661660" y="1317983"/>
            <a:ext cx="1950722" cy="2419066"/>
          </a:xfrm>
          <a:custGeom>
            <a:avLst/>
            <a:gdLst>
              <a:gd name="csX0" fmla="*/ 1278835 w 1950722"/>
              <a:gd name="csY0" fmla="*/ 0 h 2419066"/>
              <a:gd name="csX1" fmla="*/ 1888404 w 1950722"/>
              <a:gd name="csY1" fmla="*/ 154348 h 2419066"/>
              <a:gd name="csX2" fmla="*/ 1950722 w 1950722"/>
              <a:gd name="csY2" fmla="*/ 192208 h 2419066"/>
              <a:gd name="csX3" fmla="*/ 1885729 w 1950722"/>
              <a:gd name="csY3" fmla="*/ 231692 h 2419066"/>
              <a:gd name="csX4" fmla="*/ 1321903 w 1950722"/>
              <a:gd name="csY4" fmla="*/ 1292122 h 2419066"/>
              <a:gd name="csX5" fmla="*/ 1324346 w 1950722"/>
              <a:gd name="csY5" fmla="*/ 1340510 h 2419066"/>
              <a:gd name="csX6" fmla="*/ 1264866 w 1950722"/>
              <a:gd name="csY6" fmla="*/ 1376645 h 2419066"/>
              <a:gd name="csX7" fmla="*/ 707642 w 1950722"/>
              <a:gd name="csY7" fmla="*/ 2306322 h 2419066"/>
              <a:gd name="csX8" fmla="*/ 701950 w 1950722"/>
              <a:gd name="csY8" fmla="*/ 2419066 h 2419066"/>
              <a:gd name="csX9" fmla="*/ 669266 w 1950722"/>
              <a:gd name="csY9" fmla="*/ 2403322 h 2419066"/>
              <a:gd name="csX10" fmla="*/ 0 w 1950722"/>
              <a:gd name="csY10" fmla="*/ 1278835 h 2419066"/>
              <a:gd name="csX11" fmla="*/ 1278835 w 1950722"/>
              <a:gd name="csY11" fmla="*/ 0 h 2419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950722" h="2419066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lnTo>
                  <a:pt x="1324346" y="1340510"/>
                </a:lnTo>
                <a:lnTo>
                  <a:pt x="1264866" y="1376645"/>
                </a:lnTo>
                <a:cubicBezTo>
                  <a:pt x="958711" y="1583479"/>
                  <a:pt x="746936" y="1919406"/>
                  <a:pt x="707642" y="2306322"/>
                </a:cubicBezTo>
                <a:lnTo>
                  <a:pt x="701950" y="2419066"/>
                </a:lnTo>
                <a:lnTo>
                  <a:pt x="669266" y="2403322"/>
                </a:lnTo>
                <a:cubicBezTo>
                  <a:pt x="270621" y="2186765"/>
                  <a:pt x="0" y="1764403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4A6205C-8380-E7D9-CC64-D518FD98E06A}"/>
              </a:ext>
            </a:extLst>
          </p:cNvPr>
          <p:cNvSpPr/>
          <p:nvPr/>
        </p:nvSpPr>
        <p:spPr>
          <a:xfrm>
            <a:off x="7612382" y="1331270"/>
            <a:ext cx="1928851" cy="2375401"/>
          </a:xfrm>
          <a:custGeom>
            <a:avLst/>
            <a:gdLst>
              <a:gd name="csX0" fmla="*/ 650016 w 1928851"/>
              <a:gd name="csY0" fmla="*/ 0 h 2375401"/>
              <a:gd name="csX1" fmla="*/ 1928851 w 1928851"/>
              <a:gd name="csY1" fmla="*/ 1278835 h 2375401"/>
              <a:gd name="csX2" fmla="*/ 1365025 w 1928851"/>
              <a:gd name="csY2" fmla="*/ 2339265 h 2375401"/>
              <a:gd name="csX3" fmla="*/ 1305545 w 1928851"/>
              <a:gd name="csY3" fmla="*/ 2375401 h 2375401"/>
              <a:gd name="csX4" fmla="*/ 1301386 w 1928851"/>
              <a:gd name="csY4" fmla="*/ 2293035 h 2375401"/>
              <a:gd name="csX5" fmla="*/ 638722 w 1928851"/>
              <a:gd name="csY5" fmla="*/ 1299301 h 2375401"/>
              <a:gd name="csX6" fmla="*/ 606039 w 1928851"/>
              <a:gd name="csY6" fmla="*/ 1283557 h 2375401"/>
              <a:gd name="csX7" fmla="*/ 606948 w 1928851"/>
              <a:gd name="csY7" fmla="*/ 1265548 h 2375401"/>
              <a:gd name="csX8" fmla="*/ 43122 w 1928851"/>
              <a:gd name="csY8" fmla="*/ 205118 h 2375401"/>
              <a:gd name="csX9" fmla="*/ 0 w 1928851"/>
              <a:gd name="csY9" fmla="*/ 178921 h 2375401"/>
              <a:gd name="csX10" fmla="*/ 40447 w 1928851"/>
              <a:gd name="csY10" fmla="*/ 154348 h 2375401"/>
              <a:gd name="csX11" fmla="*/ 650016 w 1928851"/>
              <a:gd name="csY11" fmla="*/ 0 h 2375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928851" h="2375401">
                <a:moveTo>
                  <a:pt x="650016" y="0"/>
                </a:moveTo>
                <a:cubicBezTo>
                  <a:pt x="1356297" y="0"/>
                  <a:pt x="1928851" y="572554"/>
                  <a:pt x="1928851" y="1278835"/>
                </a:cubicBezTo>
                <a:cubicBezTo>
                  <a:pt x="1928851" y="1720261"/>
                  <a:pt x="1705197" y="2109449"/>
                  <a:pt x="1365025" y="2339265"/>
                </a:cubicBezTo>
                <a:lnTo>
                  <a:pt x="1305545" y="2375401"/>
                </a:lnTo>
                <a:lnTo>
                  <a:pt x="1301386" y="2293035"/>
                </a:lnTo>
                <a:cubicBezTo>
                  <a:pt x="1257726" y="1863128"/>
                  <a:pt x="1001126" y="1496172"/>
                  <a:pt x="638722" y="1299301"/>
                </a:cubicBezTo>
                <a:lnTo>
                  <a:pt x="606039" y="1283557"/>
                </a:lnTo>
                <a:lnTo>
                  <a:pt x="606948" y="1265548"/>
                </a:lnTo>
                <a:cubicBezTo>
                  <a:pt x="606948" y="824123"/>
                  <a:pt x="383294" y="434934"/>
                  <a:pt x="43122" y="205118"/>
                </a:cubicBezTo>
                <a:lnTo>
                  <a:pt x="0" y="178921"/>
                </a:lnTo>
                <a:lnTo>
                  <a:pt x="40447" y="154348"/>
                </a:lnTo>
                <a:cubicBezTo>
                  <a:pt x="221650" y="55914"/>
                  <a:pt x="429303" y="0"/>
                  <a:pt x="650016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6371CF2-3392-E95F-5F00-C289D83F18E1}"/>
              </a:ext>
            </a:extLst>
          </p:cNvPr>
          <p:cNvSpPr/>
          <p:nvPr/>
        </p:nvSpPr>
        <p:spPr>
          <a:xfrm>
            <a:off x="6986006" y="2476223"/>
            <a:ext cx="1232415" cy="1220510"/>
          </a:xfrm>
          <a:custGeom>
            <a:avLst/>
            <a:gdLst>
              <a:gd name="csX0" fmla="*/ 655529 w 1232415"/>
              <a:gd name="csY0" fmla="*/ 0 h 1220510"/>
              <a:gd name="csX1" fmla="*/ 1153309 w 1232415"/>
              <a:gd name="csY1" fmla="*/ 100497 h 1220510"/>
              <a:gd name="csX2" fmla="*/ 1232415 w 1232415"/>
              <a:gd name="csY2" fmla="*/ 138604 h 1220510"/>
              <a:gd name="csX3" fmla="*/ 1226722 w 1232415"/>
              <a:gd name="csY3" fmla="*/ 251348 h 1220510"/>
              <a:gd name="csX4" fmla="*/ 669498 w 1232415"/>
              <a:gd name="csY4" fmla="*/ 1181025 h 1220510"/>
              <a:gd name="csX5" fmla="*/ 604505 w 1232415"/>
              <a:gd name="csY5" fmla="*/ 1220510 h 1220510"/>
              <a:gd name="csX6" fmla="*/ 561383 w 1232415"/>
              <a:gd name="csY6" fmla="*/ 1194312 h 1220510"/>
              <a:gd name="csX7" fmla="*/ 4159 w 1232415"/>
              <a:gd name="csY7" fmla="*/ 264635 h 1220510"/>
              <a:gd name="csX8" fmla="*/ 0 w 1232415"/>
              <a:gd name="csY8" fmla="*/ 182270 h 1220510"/>
              <a:gd name="csX9" fmla="*/ 45960 w 1232415"/>
              <a:gd name="csY9" fmla="*/ 154348 h 1220510"/>
              <a:gd name="csX10" fmla="*/ 655529 w 1232415"/>
              <a:gd name="csY10" fmla="*/ 0 h 1220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32415" h="1220510">
                <a:moveTo>
                  <a:pt x="655529" y="0"/>
                </a:moveTo>
                <a:cubicBezTo>
                  <a:pt x="832099" y="0"/>
                  <a:pt x="1000312" y="35785"/>
                  <a:pt x="1153309" y="100497"/>
                </a:cubicBezTo>
                <a:lnTo>
                  <a:pt x="1232415" y="138604"/>
                </a:lnTo>
                <a:lnTo>
                  <a:pt x="1226722" y="251348"/>
                </a:lnTo>
                <a:cubicBezTo>
                  <a:pt x="1187428" y="638265"/>
                  <a:pt x="975653" y="974191"/>
                  <a:pt x="669498" y="1181025"/>
                </a:cubicBezTo>
                <a:lnTo>
                  <a:pt x="604505" y="1220510"/>
                </a:lnTo>
                <a:lnTo>
                  <a:pt x="561383" y="1194312"/>
                </a:lnTo>
                <a:cubicBezTo>
                  <a:pt x="255228" y="987478"/>
                  <a:pt x="43453" y="651552"/>
                  <a:pt x="4159" y="264635"/>
                </a:cubicBezTo>
                <a:lnTo>
                  <a:pt x="0" y="182270"/>
                </a:lnTo>
                <a:lnTo>
                  <a:pt x="45960" y="154348"/>
                </a:lnTo>
                <a:cubicBezTo>
                  <a:pt x="227163" y="55914"/>
                  <a:pt x="434816" y="0"/>
                  <a:pt x="655529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5FD9A26-D8F9-5C2B-82A4-CDCE8BD9FF9E}"/>
              </a:ext>
            </a:extLst>
          </p:cNvPr>
          <p:cNvSpPr/>
          <p:nvPr/>
        </p:nvSpPr>
        <p:spPr>
          <a:xfrm>
            <a:off x="6362699" y="3696733"/>
            <a:ext cx="2557670" cy="1337160"/>
          </a:xfrm>
          <a:custGeom>
            <a:avLst/>
            <a:gdLst>
              <a:gd name="csX0" fmla="*/ 1227811 w 2557670"/>
              <a:gd name="csY0" fmla="*/ 0 h 1337160"/>
              <a:gd name="csX1" fmla="*/ 1290129 w 2557670"/>
              <a:gd name="csY1" fmla="*/ 37859 h 1337160"/>
              <a:gd name="csX2" fmla="*/ 1899698 w 2557670"/>
              <a:gd name="csY2" fmla="*/ 192207 h 1337160"/>
              <a:gd name="csX3" fmla="*/ 2509267 w 2557670"/>
              <a:gd name="csY3" fmla="*/ 37859 h 1337160"/>
              <a:gd name="csX4" fmla="*/ 2555227 w 2557670"/>
              <a:gd name="csY4" fmla="*/ 9938 h 1337160"/>
              <a:gd name="csX5" fmla="*/ 2557670 w 2557670"/>
              <a:gd name="csY5" fmla="*/ 58325 h 1337160"/>
              <a:gd name="csX6" fmla="*/ 1278835 w 2557670"/>
              <a:gd name="csY6" fmla="*/ 1337160 h 1337160"/>
              <a:gd name="csX7" fmla="*/ 0 w 2557670"/>
              <a:gd name="csY7" fmla="*/ 58325 h 1337160"/>
              <a:gd name="csX8" fmla="*/ 910 w 2557670"/>
              <a:gd name="csY8" fmla="*/ 40316 h 1337160"/>
              <a:gd name="csX9" fmla="*/ 80015 w 2557670"/>
              <a:gd name="csY9" fmla="*/ 78423 h 1337160"/>
              <a:gd name="csX10" fmla="*/ 577795 w 2557670"/>
              <a:gd name="csY10" fmla="*/ 178920 h 1337160"/>
              <a:gd name="csX11" fmla="*/ 1187364 w 2557670"/>
              <a:gd name="csY11" fmla="*/ 24572 h 1337160"/>
              <a:gd name="csX12" fmla="*/ 1227811 w 2557670"/>
              <a:gd name="csY12" fmla="*/ 0 h 133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57670" h="1337160">
                <a:moveTo>
                  <a:pt x="1227811" y="0"/>
                </a:moveTo>
                <a:lnTo>
                  <a:pt x="1290129" y="37859"/>
                </a:lnTo>
                <a:cubicBezTo>
                  <a:pt x="1471332" y="136294"/>
                  <a:pt x="1678985" y="192207"/>
                  <a:pt x="1899698" y="192207"/>
                </a:cubicBezTo>
                <a:cubicBezTo>
                  <a:pt x="2120411" y="192207"/>
                  <a:pt x="2328064" y="136294"/>
                  <a:pt x="2509267" y="37859"/>
                </a:cubicBezTo>
                <a:lnTo>
                  <a:pt x="2555227" y="9938"/>
                </a:lnTo>
                <a:lnTo>
                  <a:pt x="2557670" y="58325"/>
                </a:lnTo>
                <a:cubicBezTo>
                  <a:pt x="2557670" y="764606"/>
                  <a:pt x="1985116" y="1337160"/>
                  <a:pt x="1278835" y="1337160"/>
                </a:cubicBezTo>
                <a:cubicBezTo>
                  <a:pt x="572554" y="1337160"/>
                  <a:pt x="0" y="764606"/>
                  <a:pt x="0" y="58325"/>
                </a:cubicBezTo>
                <a:lnTo>
                  <a:pt x="910" y="40316"/>
                </a:lnTo>
                <a:lnTo>
                  <a:pt x="80015" y="78423"/>
                </a:lnTo>
                <a:cubicBezTo>
                  <a:pt x="233013" y="143136"/>
                  <a:pt x="401225" y="178920"/>
                  <a:pt x="577795" y="178920"/>
                </a:cubicBezTo>
                <a:cubicBezTo>
                  <a:pt x="798508" y="178920"/>
                  <a:pt x="1006162" y="123007"/>
                  <a:pt x="1187364" y="24572"/>
                </a:cubicBezTo>
                <a:lnTo>
                  <a:pt x="1227811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B979873-2D76-8829-FC78-58D785D7B5F7}"/>
              </a:ext>
            </a:extLst>
          </p:cNvPr>
          <p:cNvSpPr/>
          <p:nvPr/>
        </p:nvSpPr>
        <p:spPr>
          <a:xfrm>
            <a:off x="6983563" y="1510191"/>
            <a:ext cx="1235767" cy="1148302"/>
          </a:xfrm>
          <a:custGeom>
            <a:avLst/>
            <a:gdLst>
              <a:gd name="csX0" fmla="*/ 628819 w 1235767"/>
              <a:gd name="csY0" fmla="*/ 0 h 1148302"/>
              <a:gd name="csX1" fmla="*/ 671941 w 1235767"/>
              <a:gd name="csY1" fmla="*/ 26197 h 1148302"/>
              <a:gd name="csX2" fmla="*/ 1235767 w 1235767"/>
              <a:gd name="csY2" fmla="*/ 1086627 h 1148302"/>
              <a:gd name="csX3" fmla="*/ 1234858 w 1235767"/>
              <a:gd name="csY3" fmla="*/ 1104636 h 1148302"/>
              <a:gd name="csX4" fmla="*/ 1155752 w 1235767"/>
              <a:gd name="csY4" fmla="*/ 1066529 h 1148302"/>
              <a:gd name="csX5" fmla="*/ 657972 w 1235767"/>
              <a:gd name="csY5" fmla="*/ 966032 h 1148302"/>
              <a:gd name="csX6" fmla="*/ 48403 w 1235767"/>
              <a:gd name="csY6" fmla="*/ 1120380 h 1148302"/>
              <a:gd name="csX7" fmla="*/ 2443 w 1235767"/>
              <a:gd name="csY7" fmla="*/ 1148302 h 1148302"/>
              <a:gd name="csX8" fmla="*/ 0 w 1235767"/>
              <a:gd name="csY8" fmla="*/ 1099914 h 1148302"/>
              <a:gd name="csX9" fmla="*/ 563826 w 1235767"/>
              <a:gd name="csY9" fmla="*/ 39484 h 1148302"/>
              <a:gd name="csX10" fmla="*/ 628819 w 1235767"/>
              <a:gd name="csY10" fmla="*/ 0 h 1148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35767" h="114830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lnTo>
                  <a:pt x="1234858" y="1104636"/>
                </a:lnTo>
                <a:lnTo>
                  <a:pt x="1155752" y="1066529"/>
                </a:lnTo>
                <a:cubicBezTo>
                  <a:pt x="1002755" y="1001817"/>
                  <a:pt x="834542" y="966032"/>
                  <a:pt x="657972" y="966032"/>
                </a:cubicBezTo>
                <a:cubicBezTo>
                  <a:pt x="437259" y="966032"/>
                  <a:pt x="229606" y="1021946"/>
                  <a:pt x="48403" y="1120380"/>
                </a:cubicBezTo>
                <a:lnTo>
                  <a:pt x="2443" y="1148302"/>
                </a:lnTo>
                <a:lnTo>
                  <a:pt x="0" y="1099914"/>
                </a:ln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45A6E31-569E-C99A-4F65-94354A69BF1C}"/>
              </a:ext>
            </a:extLst>
          </p:cNvPr>
          <p:cNvSpPr/>
          <p:nvPr/>
        </p:nvSpPr>
        <p:spPr>
          <a:xfrm>
            <a:off x="7590511" y="2614827"/>
            <a:ext cx="1327416" cy="1274113"/>
          </a:xfrm>
          <a:custGeom>
            <a:avLst/>
            <a:gdLst>
              <a:gd name="csX0" fmla="*/ 627910 w 1327416"/>
              <a:gd name="csY0" fmla="*/ 0 h 1274113"/>
              <a:gd name="csX1" fmla="*/ 660593 w 1327416"/>
              <a:gd name="csY1" fmla="*/ 15744 h 1274113"/>
              <a:gd name="csX2" fmla="*/ 1323257 w 1327416"/>
              <a:gd name="csY2" fmla="*/ 1009478 h 1274113"/>
              <a:gd name="csX3" fmla="*/ 1327416 w 1327416"/>
              <a:gd name="csY3" fmla="*/ 1091844 h 1274113"/>
              <a:gd name="csX4" fmla="*/ 1281456 w 1327416"/>
              <a:gd name="csY4" fmla="*/ 1119765 h 1274113"/>
              <a:gd name="csX5" fmla="*/ 671887 w 1327416"/>
              <a:gd name="csY5" fmla="*/ 1274113 h 1274113"/>
              <a:gd name="csX6" fmla="*/ 62318 w 1327416"/>
              <a:gd name="csY6" fmla="*/ 1119765 h 1274113"/>
              <a:gd name="csX7" fmla="*/ 0 w 1327416"/>
              <a:gd name="csY7" fmla="*/ 1081906 h 1274113"/>
              <a:gd name="csX8" fmla="*/ 64993 w 1327416"/>
              <a:gd name="csY8" fmla="*/ 1042421 h 1274113"/>
              <a:gd name="csX9" fmla="*/ 622217 w 1327416"/>
              <a:gd name="csY9" fmla="*/ 112744 h 1274113"/>
              <a:gd name="csX10" fmla="*/ 627910 w 1327416"/>
              <a:gd name="csY10" fmla="*/ 0 h 127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27416" h="1274113">
                <a:moveTo>
                  <a:pt x="627910" y="0"/>
                </a:moveTo>
                <a:lnTo>
                  <a:pt x="660593" y="15744"/>
                </a:lnTo>
                <a:cubicBezTo>
                  <a:pt x="1022997" y="212615"/>
                  <a:pt x="1279597" y="579571"/>
                  <a:pt x="1323257" y="1009478"/>
                </a:cubicBezTo>
                <a:lnTo>
                  <a:pt x="1327416" y="1091844"/>
                </a:lnTo>
                <a:lnTo>
                  <a:pt x="1281456" y="1119765"/>
                </a:lnTo>
                <a:cubicBezTo>
                  <a:pt x="1100253" y="1218200"/>
                  <a:pt x="892600" y="1274113"/>
                  <a:pt x="671887" y="1274113"/>
                </a:cubicBezTo>
                <a:cubicBezTo>
                  <a:pt x="451174" y="1274113"/>
                  <a:pt x="243521" y="1218200"/>
                  <a:pt x="62318" y="1119765"/>
                </a:cubicBezTo>
                <a:lnTo>
                  <a:pt x="0" y="1081906"/>
                </a:lnTo>
                <a:lnTo>
                  <a:pt x="64993" y="1042421"/>
                </a:lnTo>
                <a:cubicBezTo>
                  <a:pt x="371148" y="835587"/>
                  <a:pt x="582923" y="499661"/>
                  <a:pt x="622217" y="112744"/>
                </a:cubicBezTo>
                <a:lnTo>
                  <a:pt x="627910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EBD4CB-0ADB-6F59-8593-BD5E4298FDF0}"/>
              </a:ext>
            </a:extLst>
          </p:cNvPr>
          <p:cNvSpPr/>
          <p:nvPr/>
        </p:nvSpPr>
        <p:spPr>
          <a:xfrm>
            <a:off x="6363610" y="2658493"/>
            <a:ext cx="1226901" cy="1217160"/>
          </a:xfrm>
          <a:custGeom>
            <a:avLst/>
            <a:gdLst>
              <a:gd name="csX0" fmla="*/ 622396 w 1226901"/>
              <a:gd name="csY0" fmla="*/ 0 h 1217160"/>
              <a:gd name="csX1" fmla="*/ 626555 w 1226901"/>
              <a:gd name="csY1" fmla="*/ 82365 h 1217160"/>
              <a:gd name="csX2" fmla="*/ 1183779 w 1226901"/>
              <a:gd name="csY2" fmla="*/ 1012042 h 1217160"/>
              <a:gd name="csX3" fmla="*/ 1226901 w 1226901"/>
              <a:gd name="csY3" fmla="*/ 1038240 h 1217160"/>
              <a:gd name="csX4" fmla="*/ 1186454 w 1226901"/>
              <a:gd name="csY4" fmla="*/ 1062812 h 1217160"/>
              <a:gd name="csX5" fmla="*/ 576885 w 1226901"/>
              <a:gd name="csY5" fmla="*/ 1217160 h 1217160"/>
              <a:gd name="csX6" fmla="*/ 79105 w 1226901"/>
              <a:gd name="csY6" fmla="*/ 1116663 h 1217160"/>
              <a:gd name="csX7" fmla="*/ 0 w 1226901"/>
              <a:gd name="csY7" fmla="*/ 1078556 h 1217160"/>
              <a:gd name="csX8" fmla="*/ 5692 w 1226901"/>
              <a:gd name="csY8" fmla="*/ 965812 h 1217160"/>
              <a:gd name="csX9" fmla="*/ 562916 w 1226901"/>
              <a:gd name="csY9" fmla="*/ 36135 h 1217160"/>
              <a:gd name="csX10" fmla="*/ 622396 w 1226901"/>
              <a:gd name="csY10" fmla="*/ 0 h 121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26901" h="1217160">
                <a:moveTo>
                  <a:pt x="622396" y="0"/>
                </a:moveTo>
                <a:lnTo>
                  <a:pt x="626555" y="82365"/>
                </a:lnTo>
                <a:cubicBezTo>
                  <a:pt x="665849" y="469282"/>
                  <a:pt x="877624" y="805208"/>
                  <a:pt x="1183779" y="1012042"/>
                </a:cubicBezTo>
                <a:lnTo>
                  <a:pt x="1226901" y="1038240"/>
                </a:lnTo>
                <a:lnTo>
                  <a:pt x="1186454" y="1062812"/>
                </a:lnTo>
                <a:cubicBezTo>
                  <a:pt x="1005252" y="1161247"/>
                  <a:pt x="797598" y="1217160"/>
                  <a:pt x="576885" y="1217160"/>
                </a:cubicBezTo>
                <a:cubicBezTo>
                  <a:pt x="400315" y="1217160"/>
                  <a:pt x="232103" y="1181376"/>
                  <a:pt x="79105" y="1116663"/>
                </a:cubicBezTo>
                <a:lnTo>
                  <a:pt x="0" y="1078556"/>
                </a:lnTo>
                <a:lnTo>
                  <a:pt x="5692" y="965812"/>
                </a:lnTo>
                <a:cubicBezTo>
                  <a:pt x="44986" y="578896"/>
                  <a:pt x="256761" y="242969"/>
                  <a:pt x="562916" y="36135"/>
                </a:cubicBezTo>
                <a:lnTo>
                  <a:pt x="622396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ED1C8F-BAAB-C975-B73A-E9580437F31C}"/>
                  </a:ext>
                </a:extLst>
              </p:cNvPr>
              <p:cNvSpPr txBox="1"/>
              <p:nvPr/>
            </p:nvSpPr>
            <p:spPr>
              <a:xfrm>
                <a:off x="8725893" y="4744685"/>
                <a:ext cx="1944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ED1C8F-BAAB-C975-B73A-E9580437F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93" y="4744685"/>
                <a:ext cx="194476" cy="276999"/>
              </a:xfrm>
              <a:prstGeom prst="rect">
                <a:avLst/>
              </a:prstGeom>
              <a:blipFill>
                <a:blip r:embed="rId7"/>
                <a:stretch>
                  <a:fillRect l="-28125" r="-2812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276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ADAA-8833-E62B-9D70-51A329577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C1296E9-BC2C-EB32-6662-2E02B5E38702}"/>
              </a:ext>
            </a:extLst>
          </p:cNvPr>
          <p:cNvSpPr/>
          <p:nvPr/>
        </p:nvSpPr>
        <p:spPr>
          <a:xfrm>
            <a:off x="3346168" y="646523"/>
            <a:ext cx="8789840" cy="4616410"/>
          </a:xfrm>
          <a:prstGeom prst="roundRect">
            <a:avLst>
              <a:gd name="adj" fmla="val 3501"/>
            </a:avLst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12ED2-2D8A-9303-AB18-9A8C2459D0E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D5B715E-A8A7-CFAB-B156-289CBC6B835C}"/>
              </a:ext>
            </a:extLst>
          </p:cNvPr>
          <p:cNvSpPr/>
          <p:nvPr/>
        </p:nvSpPr>
        <p:spPr>
          <a:xfrm>
            <a:off x="102700" y="679490"/>
            <a:ext cx="3013544" cy="4583441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8DF3C-07BB-8301-F02A-A75490C9A81E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พื้นที่แรเงาบนแผนภาพเวนน์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29AD1C-33CA-ED0E-C1B8-4FC0074F5C28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A9973D9-4F0C-D3A0-1F8A-B980ACCAA27B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A9973D9-4F0C-D3A0-1F8A-B980ACCAA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042AD03-E5BF-146B-BA72-90AE2E7928A5}"/>
              </a:ext>
            </a:extLst>
          </p:cNvPr>
          <p:cNvSpPr/>
          <p:nvPr/>
        </p:nvSpPr>
        <p:spPr>
          <a:xfrm>
            <a:off x="102700" y="5402308"/>
            <a:ext cx="11986600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3EB8C8D-D1C9-DB9B-B75B-55E604B318A2}"/>
                  </a:ext>
                </a:extLst>
              </p:cNvPr>
              <p:cNvSpPr txBox="1"/>
              <p:nvPr/>
            </p:nvSpPr>
            <p:spPr>
              <a:xfrm>
                <a:off x="226341" y="5463531"/>
                <a:ext cx="8743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นิพจน์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: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𝑨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∪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𝑩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∪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𝑪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′</m:t>
                        </m:r>
                      </m:sup>
                    </m:sSup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3EB8C8D-D1C9-DB9B-B75B-55E604B31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41" y="5463531"/>
                <a:ext cx="8743132" cy="461665"/>
              </a:xfrm>
              <a:prstGeom prst="rect">
                <a:avLst/>
              </a:prstGeom>
              <a:blipFill>
                <a:blip r:embed="rId3"/>
                <a:stretch>
                  <a:fillRect l="-1046" t="-6579" b="-32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C3A3462-9C38-D02F-E125-E8FE392E8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921" y="736899"/>
            <a:ext cx="695422" cy="80021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07F6FAA-5E12-AD35-598E-865D84A0DBD4}"/>
              </a:ext>
            </a:extLst>
          </p:cNvPr>
          <p:cNvSpPr/>
          <p:nvPr/>
        </p:nvSpPr>
        <p:spPr>
          <a:xfrm>
            <a:off x="10352555" y="5515282"/>
            <a:ext cx="1508760" cy="43461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แรเงา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F291BA-9B02-970E-9426-A96A69FF4D6C}"/>
                  </a:ext>
                </a:extLst>
              </p:cNvPr>
              <p:cNvSpPr txBox="1"/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F291BA-9B02-970E-9426-A96A69FF4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925461"/>
                <a:ext cx="209673" cy="276999"/>
              </a:xfrm>
              <a:prstGeom prst="rect">
                <a:avLst/>
              </a:prstGeom>
              <a:blipFill>
                <a:blip r:embed="rId2"/>
                <a:stretch>
                  <a:fillRect l="-25714" r="-2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5319583-32D6-C7A4-1C14-E9553D79E3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98" t="10979"/>
          <a:stretch>
            <a:fillRect/>
          </a:stretch>
        </p:blipFill>
        <p:spPr>
          <a:xfrm>
            <a:off x="11331387" y="824753"/>
            <a:ext cx="586955" cy="7123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E13CDE-133B-809B-E036-16C0DA34DB36}"/>
                  </a:ext>
                </a:extLst>
              </p:cNvPr>
              <p:cNvSpPr txBox="1"/>
              <p:nvPr/>
            </p:nvSpPr>
            <p:spPr>
              <a:xfrm>
                <a:off x="6588974" y="958776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E13CDE-133B-809B-E036-16C0DA34D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74" y="958776"/>
                <a:ext cx="194605" cy="276999"/>
              </a:xfrm>
              <a:prstGeom prst="rect">
                <a:avLst/>
              </a:prstGeom>
              <a:blipFill>
                <a:blip r:embed="rId5"/>
                <a:stretch>
                  <a:fillRect l="-31250" r="-2812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AF5B74-3B5E-56C6-52EA-3625D466666E}"/>
                  </a:ext>
                </a:extLst>
              </p:cNvPr>
              <p:cNvSpPr txBox="1"/>
              <p:nvPr/>
            </p:nvSpPr>
            <p:spPr>
              <a:xfrm>
                <a:off x="8262397" y="932804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AF5B74-3B5E-56C6-52EA-3625D4666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397" y="932804"/>
                <a:ext cx="204992" cy="276999"/>
              </a:xfrm>
              <a:prstGeom prst="rect">
                <a:avLst/>
              </a:prstGeom>
              <a:blipFill>
                <a:blip r:embed="rId6"/>
                <a:stretch>
                  <a:fillRect l="-26471" r="-2647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FA673DE-0A3A-8CBB-70D3-10E1DD2F064A}"/>
              </a:ext>
            </a:extLst>
          </p:cNvPr>
          <p:cNvSpPr/>
          <p:nvPr/>
        </p:nvSpPr>
        <p:spPr>
          <a:xfrm>
            <a:off x="5661660" y="1317983"/>
            <a:ext cx="1950722" cy="2419066"/>
          </a:xfrm>
          <a:custGeom>
            <a:avLst/>
            <a:gdLst>
              <a:gd name="csX0" fmla="*/ 1278835 w 1950722"/>
              <a:gd name="csY0" fmla="*/ 0 h 2419066"/>
              <a:gd name="csX1" fmla="*/ 1888404 w 1950722"/>
              <a:gd name="csY1" fmla="*/ 154348 h 2419066"/>
              <a:gd name="csX2" fmla="*/ 1950722 w 1950722"/>
              <a:gd name="csY2" fmla="*/ 192208 h 2419066"/>
              <a:gd name="csX3" fmla="*/ 1885729 w 1950722"/>
              <a:gd name="csY3" fmla="*/ 231692 h 2419066"/>
              <a:gd name="csX4" fmla="*/ 1321903 w 1950722"/>
              <a:gd name="csY4" fmla="*/ 1292122 h 2419066"/>
              <a:gd name="csX5" fmla="*/ 1324346 w 1950722"/>
              <a:gd name="csY5" fmla="*/ 1340510 h 2419066"/>
              <a:gd name="csX6" fmla="*/ 1264866 w 1950722"/>
              <a:gd name="csY6" fmla="*/ 1376645 h 2419066"/>
              <a:gd name="csX7" fmla="*/ 707642 w 1950722"/>
              <a:gd name="csY7" fmla="*/ 2306322 h 2419066"/>
              <a:gd name="csX8" fmla="*/ 701950 w 1950722"/>
              <a:gd name="csY8" fmla="*/ 2419066 h 2419066"/>
              <a:gd name="csX9" fmla="*/ 669266 w 1950722"/>
              <a:gd name="csY9" fmla="*/ 2403322 h 2419066"/>
              <a:gd name="csX10" fmla="*/ 0 w 1950722"/>
              <a:gd name="csY10" fmla="*/ 1278835 h 2419066"/>
              <a:gd name="csX11" fmla="*/ 1278835 w 1950722"/>
              <a:gd name="csY11" fmla="*/ 0 h 2419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950722" h="2419066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lnTo>
                  <a:pt x="1324346" y="1340510"/>
                </a:lnTo>
                <a:lnTo>
                  <a:pt x="1264866" y="1376645"/>
                </a:lnTo>
                <a:cubicBezTo>
                  <a:pt x="958711" y="1583479"/>
                  <a:pt x="746936" y="1919406"/>
                  <a:pt x="707642" y="2306322"/>
                </a:cubicBezTo>
                <a:lnTo>
                  <a:pt x="701950" y="2419066"/>
                </a:lnTo>
                <a:lnTo>
                  <a:pt x="669266" y="2403322"/>
                </a:lnTo>
                <a:cubicBezTo>
                  <a:pt x="270621" y="2186765"/>
                  <a:pt x="0" y="1764403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06C63CE-F8F2-658C-DDC0-067730FDE1D9}"/>
              </a:ext>
            </a:extLst>
          </p:cNvPr>
          <p:cNvSpPr/>
          <p:nvPr/>
        </p:nvSpPr>
        <p:spPr>
          <a:xfrm>
            <a:off x="7612382" y="1331270"/>
            <a:ext cx="1928851" cy="2375401"/>
          </a:xfrm>
          <a:custGeom>
            <a:avLst/>
            <a:gdLst>
              <a:gd name="csX0" fmla="*/ 650016 w 1928851"/>
              <a:gd name="csY0" fmla="*/ 0 h 2375401"/>
              <a:gd name="csX1" fmla="*/ 1928851 w 1928851"/>
              <a:gd name="csY1" fmla="*/ 1278835 h 2375401"/>
              <a:gd name="csX2" fmla="*/ 1365025 w 1928851"/>
              <a:gd name="csY2" fmla="*/ 2339265 h 2375401"/>
              <a:gd name="csX3" fmla="*/ 1305545 w 1928851"/>
              <a:gd name="csY3" fmla="*/ 2375401 h 2375401"/>
              <a:gd name="csX4" fmla="*/ 1301386 w 1928851"/>
              <a:gd name="csY4" fmla="*/ 2293035 h 2375401"/>
              <a:gd name="csX5" fmla="*/ 638722 w 1928851"/>
              <a:gd name="csY5" fmla="*/ 1299301 h 2375401"/>
              <a:gd name="csX6" fmla="*/ 606039 w 1928851"/>
              <a:gd name="csY6" fmla="*/ 1283557 h 2375401"/>
              <a:gd name="csX7" fmla="*/ 606948 w 1928851"/>
              <a:gd name="csY7" fmla="*/ 1265548 h 2375401"/>
              <a:gd name="csX8" fmla="*/ 43122 w 1928851"/>
              <a:gd name="csY8" fmla="*/ 205118 h 2375401"/>
              <a:gd name="csX9" fmla="*/ 0 w 1928851"/>
              <a:gd name="csY9" fmla="*/ 178921 h 2375401"/>
              <a:gd name="csX10" fmla="*/ 40447 w 1928851"/>
              <a:gd name="csY10" fmla="*/ 154348 h 2375401"/>
              <a:gd name="csX11" fmla="*/ 650016 w 1928851"/>
              <a:gd name="csY11" fmla="*/ 0 h 2375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928851" h="2375401">
                <a:moveTo>
                  <a:pt x="650016" y="0"/>
                </a:moveTo>
                <a:cubicBezTo>
                  <a:pt x="1356297" y="0"/>
                  <a:pt x="1928851" y="572554"/>
                  <a:pt x="1928851" y="1278835"/>
                </a:cubicBezTo>
                <a:cubicBezTo>
                  <a:pt x="1928851" y="1720261"/>
                  <a:pt x="1705197" y="2109449"/>
                  <a:pt x="1365025" y="2339265"/>
                </a:cubicBezTo>
                <a:lnTo>
                  <a:pt x="1305545" y="2375401"/>
                </a:lnTo>
                <a:lnTo>
                  <a:pt x="1301386" y="2293035"/>
                </a:lnTo>
                <a:cubicBezTo>
                  <a:pt x="1257726" y="1863128"/>
                  <a:pt x="1001126" y="1496172"/>
                  <a:pt x="638722" y="1299301"/>
                </a:cubicBezTo>
                <a:lnTo>
                  <a:pt x="606039" y="1283557"/>
                </a:lnTo>
                <a:lnTo>
                  <a:pt x="606948" y="1265548"/>
                </a:lnTo>
                <a:cubicBezTo>
                  <a:pt x="606948" y="824123"/>
                  <a:pt x="383294" y="434934"/>
                  <a:pt x="43122" y="205118"/>
                </a:cubicBezTo>
                <a:lnTo>
                  <a:pt x="0" y="178921"/>
                </a:lnTo>
                <a:lnTo>
                  <a:pt x="40447" y="154348"/>
                </a:lnTo>
                <a:cubicBezTo>
                  <a:pt x="221650" y="55914"/>
                  <a:pt x="429303" y="0"/>
                  <a:pt x="650016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2D0026E-AEC4-CFA6-E5C0-3FDA48283BEF}"/>
              </a:ext>
            </a:extLst>
          </p:cNvPr>
          <p:cNvSpPr/>
          <p:nvPr/>
        </p:nvSpPr>
        <p:spPr>
          <a:xfrm>
            <a:off x="6986006" y="2476223"/>
            <a:ext cx="1232415" cy="1220510"/>
          </a:xfrm>
          <a:custGeom>
            <a:avLst/>
            <a:gdLst>
              <a:gd name="csX0" fmla="*/ 655529 w 1232415"/>
              <a:gd name="csY0" fmla="*/ 0 h 1220510"/>
              <a:gd name="csX1" fmla="*/ 1153309 w 1232415"/>
              <a:gd name="csY1" fmla="*/ 100497 h 1220510"/>
              <a:gd name="csX2" fmla="*/ 1232415 w 1232415"/>
              <a:gd name="csY2" fmla="*/ 138604 h 1220510"/>
              <a:gd name="csX3" fmla="*/ 1226722 w 1232415"/>
              <a:gd name="csY3" fmla="*/ 251348 h 1220510"/>
              <a:gd name="csX4" fmla="*/ 669498 w 1232415"/>
              <a:gd name="csY4" fmla="*/ 1181025 h 1220510"/>
              <a:gd name="csX5" fmla="*/ 604505 w 1232415"/>
              <a:gd name="csY5" fmla="*/ 1220510 h 1220510"/>
              <a:gd name="csX6" fmla="*/ 561383 w 1232415"/>
              <a:gd name="csY6" fmla="*/ 1194312 h 1220510"/>
              <a:gd name="csX7" fmla="*/ 4159 w 1232415"/>
              <a:gd name="csY7" fmla="*/ 264635 h 1220510"/>
              <a:gd name="csX8" fmla="*/ 0 w 1232415"/>
              <a:gd name="csY8" fmla="*/ 182270 h 1220510"/>
              <a:gd name="csX9" fmla="*/ 45960 w 1232415"/>
              <a:gd name="csY9" fmla="*/ 154348 h 1220510"/>
              <a:gd name="csX10" fmla="*/ 655529 w 1232415"/>
              <a:gd name="csY10" fmla="*/ 0 h 1220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32415" h="1220510">
                <a:moveTo>
                  <a:pt x="655529" y="0"/>
                </a:moveTo>
                <a:cubicBezTo>
                  <a:pt x="832099" y="0"/>
                  <a:pt x="1000312" y="35785"/>
                  <a:pt x="1153309" y="100497"/>
                </a:cubicBezTo>
                <a:lnTo>
                  <a:pt x="1232415" y="138604"/>
                </a:lnTo>
                <a:lnTo>
                  <a:pt x="1226722" y="251348"/>
                </a:lnTo>
                <a:cubicBezTo>
                  <a:pt x="1187428" y="638265"/>
                  <a:pt x="975653" y="974191"/>
                  <a:pt x="669498" y="1181025"/>
                </a:cubicBezTo>
                <a:lnTo>
                  <a:pt x="604505" y="1220510"/>
                </a:lnTo>
                <a:lnTo>
                  <a:pt x="561383" y="1194312"/>
                </a:lnTo>
                <a:cubicBezTo>
                  <a:pt x="255228" y="987478"/>
                  <a:pt x="43453" y="651552"/>
                  <a:pt x="4159" y="264635"/>
                </a:cubicBezTo>
                <a:lnTo>
                  <a:pt x="0" y="182270"/>
                </a:lnTo>
                <a:lnTo>
                  <a:pt x="45960" y="154348"/>
                </a:lnTo>
                <a:cubicBezTo>
                  <a:pt x="227163" y="55914"/>
                  <a:pt x="434816" y="0"/>
                  <a:pt x="655529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AC1CB94-C7E2-460F-D2B6-891E51758832}"/>
              </a:ext>
            </a:extLst>
          </p:cNvPr>
          <p:cNvSpPr/>
          <p:nvPr/>
        </p:nvSpPr>
        <p:spPr>
          <a:xfrm>
            <a:off x="6362699" y="3696733"/>
            <a:ext cx="2557670" cy="1337160"/>
          </a:xfrm>
          <a:custGeom>
            <a:avLst/>
            <a:gdLst>
              <a:gd name="csX0" fmla="*/ 1227811 w 2557670"/>
              <a:gd name="csY0" fmla="*/ 0 h 1337160"/>
              <a:gd name="csX1" fmla="*/ 1290129 w 2557670"/>
              <a:gd name="csY1" fmla="*/ 37859 h 1337160"/>
              <a:gd name="csX2" fmla="*/ 1899698 w 2557670"/>
              <a:gd name="csY2" fmla="*/ 192207 h 1337160"/>
              <a:gd name="csX3" fmla="*/ 2509267 w 2557670"/>
              <a:gd name="csY3" fmla="*/ 37859 h 1337160"/>
              <a:gd name="csX4" fmla="*/ 2555227 w 2557670"/>
              <a:gd name="csY4" fmla="*/ 9938 h 1337160"/>
              <a:gd name="csX5" fmla="*/ 2557670 w 2557670"/>
              <a:gd name="csY5" fmla="*/ 58325 h 1337160"/>
              <a:gd name="csX6" fmla="*/ 1278835 w 2557670"/>
              <a:gd name="csY6" fmla="*/ 1337160 h 1337160"/>
              <a:gd name="csX7" fmla="*/ 0 w 2557670"/>
              <a:gd name="csY7" fmla="*/ 58325 h 1337160"/>
              <a:gd name="csX8" fmla="*/ 910 w 2557670"/>
              <a:gd name="csY8" fmla="*/ 40316 h 1337160"/>
              <a:gd name="csX9" fmla="*/ 80015 w 2557670"/>
              <a:gd name="csY9" fmla="*/ 78423 h 1337160"/>
              <a:gd name="csX10" fmla="*/ 577795 w 2557670"/>
              <a:gd name="csY10" fmla="*/ 178920 h 1337160"/>
              <a:gd name="csX11" fmla="*/ 1187364 w 2557670"/>
              <a:gd name="csY11" fmla="*/ 24572 h 1337160"/>
              <a:gd name="csX12" fmla="*/ 1227811 w 2557670"/>
              <a:gd name="csY12" fmla="*/ 0 h 133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57670" h="1337160">
                <a:moveTo>
                  <a:pt x="1227811" y="0"/>
                </a:moveTo>
                <a:lnTo>
                  <a:pt x="1290129" y="37859"/>
                </a:lnTo>
                <a:cubicBezTo>
                  <a:pt x="1471332" y="136294"/>
                  <a:pt x="1678985" y="192207"/>
                  <a:pt x="1899698" y="192207"/>
                </a:cubicBezTo>
                <a:cubicBezTo>
                  <a:pt x="2120411" y="192207"/>
                  <a:pt x="2328064" y="136294"/>
                  <a:pt x="2509267" y="37859"/>
                </a:cubicBezTo>
                <a:lnTo>
                  <a:pt x="2555227" y="9938"/>
                </a:lnTo>
                <a:lnTo>
                  <a:pt x="2557670" y="58325"/>
                </a:lnTo>
                <a:cubicBezTo>
                  <a:pt x="2557670" y="764606"/>
                  <a:pt x="1985116" y="1337160"/>
                  <a:pt x="1278835" y="1337160"/>
                </a:cubicBezTo>
                <a:cubicBezTo>
                  <a:pt x="572554" y="1337160"/>
                  <a:pt x="0" y="764606"/>
                  <a:pt x="0" y="58325"/>
                </a:cubicBezTo>
                <a:lnTo>
                  <a:pt x="910" y="40316"/>
                </a:lnTo>
                <a:lnTo>
                  <a:pt x="80015" y="78423"/>
                </a:lnTo>
                <a:cubicBezTo>
                  <a:pt x="233013" y="143136"/>
                  <a:pt x="401225" y="178920"/>
                  <a:pt x="577795" y="178920"/>
                </a:cubicBezTo>
                <a:cubicBezTo>
                  <a:pt x="798508" y="178920"/>
                  <a:pt x="1006162" y="123007"/>
                  <a:pt x="1187364" y="24572"/>
                </a:cubicBezTo>
                <a:lnTo>
                  <a:pt x="1227811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6C0C62D-AB85-1944-853E-4844767FE665}"/>
              </a:ext>
            </a:extLst>
          </p:cNvPr>
          <p:cNvSpPr/>
          <p:nvPr/>
        </p:nvSpPr>
        <p:spPr>
          <a:xfrm>
            <a:off x="6983563" y="1510191"/>
            <a:ext cx="1235767" cy="1148302"/>
          </a:xfrm>
          <a:custGeom>
            <a:avLst/>
            <a:gdLst>
              <a:gd name="csX0" fmla="*/ 628819 w 1235767"/>
              <a:gd name="csY0" fmla="*/ 0 h 1148302"/>
              <a:gd name="csX1" fmla="*/ 671941 w 1235767"/>
              <a:gd name="csY1" fmla="*/ 26197 h 1148302"/>
              <a:gd name="csX2" fmla="*/ 1235767 w 1235767"/>
              <a:gd name="csY2" fmla="*/ 1086627 h 1148302"/>
              <a:gd name="csX3" fmla="*/ 1234858 w 1235767"/>
              <a:gd name="csY3" fmla="*/ 1104636 h 1148302"/>
              <a:gd name="csX4" fmla="*/ 1155752 w 1235767"/>
              <a:gd name="csY4" fmla="*/ 1066529 h 1148302"/>
              <a:gd name="csX5" fmla="*/ 657972 w 1235767"/>
              <a:gd name="csY5" fmla="*/ 966032 h 1148302"/>
              <a:gd name="csX6" fmla="*/ 48403 w 1235767"/>
              <a:gd name="csY6" fmla="*/ 1120380 h 1148302"/>
              <a:gd name="csX7" fmla="*/ 2443 w 1235767"/>
              <a:gd name="csY7" fmla="*/ 1148302 h 1148302"/>
              <a:gd name="csX8" fmla="*/ 0 w 1235767"/>
              <a:gd name="csY8" fmla="*/ 1099914 h 1148302"/>
              <a:gd name="csX9" fmla="*/ 563826 w 1235767"/>
              <a:gd name="csY9" fmla="*/ 39484 h 1148302"/>
              <a:gd name="csX10" fmla="*/ 628819 w 1235767"/>
              <a:gd name="csY10" fmla="*/ 0 h 1148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35767" h="114830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lnTo>
                  <a:pt x="1234858" y="1104636"/>
                </a:lnTo>
                <a:lnTo>
                  <a:pt x="1155752" y="1066529"/>
                </a:lnTo>
                <a:cubicBezTo>
                  <a:pt x="1002755" y="1001817"/>
                  <a:pt x="834542" y="966032"/>
                  <a:pt x="657972" y="966032"/>
                </a:cubicBezTo>
                <a:cubicBezTo>
                  <a:pt x="437259" y="966032"/>
                  <a:pt x="229606" y="1021946"/>
                  <a:pt x="48403" y="1120380"/>
                </a:cubicBezTo>
                <a:lnTo>
                  <a:pt x="2443" y="1148302"/>
                </a:lnTo>
                <a:lnTo>
                  <a:pt x="0" y="1099914"/>
                </a:ln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78BE4E0-79F3-255A-31AA-7992E209B625}"/>
              </a:ext>
            </a:extLst>
          </p:cNvPr>
          <p:cNvSpPr/>
          <p:nvPr/>
        </p:nvSpPr>
        <p:spPr>
          <a:xfrm>
            <a:off x="7590511" y="2614827"/>
            <a:ext cx="1327416" cy="1274113"/>
          </a:xfrm>
          <a:custGeom>
            <a:avLst/>
            <a:gdLst>
              <a:gd name="csX0" fmla="*/ 627910 w 1327416"/>
              <a:gd name="csY0" fmla="*/ 0 h 1274113"/>
              <a:gd name="csX1" fmla="*/ 660593 w 1327416"/>
              <a:gd name="csY1" fmla="*/ 15744 h 1274113"/>
              <a:gd name="csX2" fmla="*/ 1323257 w 1327416"/>
              <a:gd name="csY2" fmla="*/ 1009478 h 1274113"/>
              <a:gd name="csX3" fmla="*/ 1327416 w 1327416"/>
              <a:gd name="csY3" fmla="*/ 1091844 h 1274113"/>
              <a:gd name="csX4" fmla="*/ 1281456 w 1327416"/>
              <a:gd name="csY4" fmla="*/ 1119765 h 1274113"/>
              <a:gd name="csX5" fmla="*/ 671887 w 1327416"/>
              <a:gd name="csY5" fmla="*/ 1274113 h 1274113"/>
              <a:gd name="csX6" fmla="*/ 62318 w 1327416"/>
              <a:gd name="csY6" fmla="*/ 1119765 h 1274113"/>
              <a:gd name="csX7" fmla="*/ 0 w 1327416"/>
              <a:gd name="csY7" fmla="*/ 1081906 h 1274113"/>
              <a:gd name="csX8" fmla="*/ 64993 w 1327416"/>
              <a:gd name="csY8" fmla="*/ 1042421 h 1274113"/>
              <a:gd name="csX9" fmla="*/ 622217 w 1327416"/>
              <a:gd name="csY9" fmla="*/ 112744 h 1274113"/>
              <a:gd name="csX10" fmla="*/ 627910 w 1327416"/>
              <a:gd name="csY10" fmla="*/ 0 h 127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27416" h="1274113">
                <a:moveTo>
                  <a:pt x="627910" y="0"/>
                </a:moveTo>
                <a:lnTo>
                  <a:pt x="660593" y="15744"/>
                </a:lnTo>
                <a:cubicBezTo>
                  <a:pt x="1022997" y="212615"/>
                  <a:pt x="1279597" y="579571"/>
                  <a:pt x="1323257" y="1009478"/>
                </a:cubicBezTo>
                <a:lnTo>
                  <a:pt x="1327416" y="1091844"/>
                </a:lnTo>
                <a:lnTo>
                  <a:pt x="1281456" y="1119765"/>
                </a:lnTo>
                <a:cubicBezTo>
                  <a:pt x="1100253" y="1218200"/>
                  <a:pt x="892600" y="1274113"/>
                  <a:pt x="671887" y="1274113"/>
                </a:cubicBezTo>
                <a:cubicBezTo>
                  <a:pt x="451174" y="1274113"/>
                  <a:pt x="243521" y="1218200"/>
                  <a:pt x="62318" y="1119765"/>
                </a:cubicBezTo>
                <a:lnTo>
                  <a:pt x="0" y="1081906"/>
                </a:lnTo>
                <a:lnTo>
                  <a:pt x="64993" y="1042421"/>
                </a:lnTo>
                <a:cubicBezTo>
                  <a:pt x="371148" y="835587"/>
                  <a:pt x="582923" y="499661"/>
                  <a:pt x="622217" y="112744"/>
                </a:cubicBezTo>
                <a:lnTo>
                  <a:pt x="627910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3F97326-5FD4-CFF0-C938-DC42E2AE178D}"/>
              </a:ext>
            </a:extLst>
          </p:cNvPr>
          <p:cNvSpPr/>
          <p:nvPr/>
        </p:nvSpPr>
        <p:spPr>
          <a:xfrm>
            <a:off x="6363610" y="2658493"/>
            <a:ext cx="1226901" cy="1217160"/>
          </a:xfrm>
          <a:custGeom>
            <a:avLst/>
            <a:gdLst>
              <a:gd name="csX0" fmla="*/ 622396 w 1226901"/>
              <a:gd name="csY0" fmla="*/ 0 h 1217160"/>
              <a:gd name="csX1" fmla="*/ 626555 w 1226901"/>
              <a:gd name="csY1" fmla="*/ 82365 h 1217160"/>
              <a:gd name="csX2" fmla="*/ 1183779 w 1226901"/>
              <a:gd name="csY2" fmla="*/ 1012042 h 1217160"/>
              <a:gd name="csX3" fmla="*/ 1226901 w 1226901"/>
              <a:gd name="csY3" fmla="*/ 1038240 h 1217160"/>
              <a:gd name="csX4" fmla="*/ 1186454 w 1226901"/>
              <a:gd name="csY4" fmla="*/ 1062812 h 1217160"/>
              <a:gd name="csX5" fmla="*/ 576885 w 1226901"/>
              <a:gd name="csY5" fmla="*/ 1217160 h 1217160"/>
              <a:gd name="csX6" fmla="*/ 79105 w 1226901"/>
              <a:gd name="csY6" fmla="*/ 1116663 h 1217160"/>
              <a:gd name="csX7" fmla="*/ 0 w 1226901"/>
              <a:gd name="csY7" fmla="*/ 1078556 h 1217160"/>
              <a:gd name="csX8" fmla="*/ 5692 w 1226901"/>
              <a:gd name="csY8" fmla="*/ 965812 h 1217160"/>
              <a:gd name="csX9" fmla="*/ 562916 w 1226901"/>
              <a:gd name="csY9" fmla="*/ 36135 h 1217160"/>
              <a:gd name="csX10" fmla="*/ 622396 w 1226901"/>
              <a:gd name="csY10" fmla="*/ 0 h 121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26901" h="1217160">
                <a:moveTo>
                  <a:pt x="622396" y="0"/>
                </a:moveTo>
                <a:lnTo>
                  <a:pt x="626555" y="82365"/>
                </a:lnTo>
                <a:cubicBezTo>
                  <a:pt x="665849" y="469282"/>
                  <a:pt x="877624" y="805208"/>
                  <a:pt x="1183779" y="1012042"/>
                </a:cubicBezTo>
                <a:lnTo>
                  <a:pt x="1226901" y="1038240"/>
                </a:lnTo>
                <a:lnTo>
                  <a:pt x="1186454" y="1062812"/>
                </a:lnTo>
                <a:cubicBezTo>
                  <a:pt x="1005252" y="1161247"/>
                  <a:pt x="797598" y="1217160"/>
                  <a:pt x="576885" y="1217160"/>
                </a:cubicBezTo>
                <a:cubicBezTo>
                  <a:pt x="400315" y="1217160"/>
                  <a:pt x="232103" y="1181376"/>
                  <a:pt x="79105" y="1116663"/>
                </a:cubicBezTo>
                <a:lnTo>
                  <a:pt x="0" y="1078556"/>
                </a:lnTo>
                <a:lnTo>
                  <a:pt x="5692" y="965812"/>
                </a:lnTo>
                <a:cubicBezTo>
                  <a:pt x="44986" y="578896"/>
                  <a:pt x="256761" y="242969"/>
                  <a:pt x="562916" y="36135"/>
                </a:cubicBezTo>
                <a:lnTo>
                  <a:pt x="622396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1C8F72-CB48-EDAF-E5AF-BD4DB2A609E7}"/>
                  </a:ext>
                </a:extLst>
              </p:cNvPr>
              <p:cNvSpPr txBox="1"/>
              <p:nvPr/>
            </p:nvSpPr>
            <p:spPr>
              <a:xfrm>
                <a:off x="8725893" y="4744685"/>
                <a:ext cx="1944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1C8F72-CB48-EDAF-E5AF-BD4DB2A60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93" y="4744685"/>
                <a:ext cx="194476" cy="276999"/>
              </a:xfrm>
              <a:prstGeom prst="rect">
                <a:avLst/>
              </a:prstGeom>
              <a:blipFill>
                <a:blip r:embed="rId7"/>
                <a:stretch>
                  <a:fillRect l="-28125" r="-2812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335573-C7DB-F9F5-C206-FBB9655FAB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93" y="824753"/>
            <a:ext cx="2055242" cy="21936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FF58DA-C72E-47BB-994E-0F00A39A52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393" y="3517415"/>
            <a:ext cx="2279241" cy="16330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F5E1B2-F4AB-6DC4-2733-8E636DD60F63}"/>
              </a:ext>
            </a:extLst>
          </p:cNvPr>
          <p:cNvSpPr txBox="1"/>
          <p:nvPr/>
        </p:nvSpPr>
        <p:spPr>
          <a:xfrm>
            <a:off x="568184" y="3147205"/>
            <a:ext cx="2381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สร้างนิพจน์ด้วยแผ่นป้าย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7D4729B-0D16-B716-E2C1-5303B9DA55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341" y="5925196"/>
            <a:ext cx="3027847" cy="628257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60CCFF7-6491-6C1E-A1BB-A87C4830BC7D}"/>
              </a:ext>
            </a:extLst>
          </p:cNvPr>
          <p:cNvSpPr/>
          <p:nvPr/>
        </p:nvSpPr>
        <p:spPr>
          <a:xfrm>
            <a:off x="9541233" y="5523789"/>
            <a:ext cx="692699" cy="40140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Flowchart: Off-page Connector 33">
            <a:extLst>
              <a:ext uri="{FF2B5EF4-FFF2-40B4-BE49-F238E27FC236}">
                <a16:creationId xmlns:a16="http://schemas.microsoft.com/office/drawing/2014/main" id="{E4E41FF0-3544-B007-F08B-86D91FC316EB}"/>
              </a:ext>
            </a:extLst>
          </p:cNvPr>
          <p:cNvSpPr/>
          <p:nvPr/>
        </p:nvSpPr>
        <p:spPr>
          <a:xfrm rot="5400000">
            <a:off x="8930162" y="5460922"/>
            <a:ext cx="403411" cy="529146"/>
          </a:xfrm>
          <a:prstGeom prst="flowChartOffpageConnecto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Graphic 37" descr="Close">
            <a:extLst>
              <a:ext uri="{FF2B5EF4-FFF2-40B4-BE49-F238E27FC236}">
                <a16:creationId xmlns:a16="http://schemas.microsoft.com/office/drawing/2014/main" id="{E22035B6-3622-2F8A-5625-19D8B2C0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51160" y="5581390"/>
            <a:ext cx="276999" cy="2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73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231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7</cp:revision>
  <dcterms:created xsi:type="dcterms:W3CDTF">2026-09-18T13:51:45Z</dcterms:created>
  <dcterms:modified xsi:type="dcterms:W3CDTF">2026-09-23T15:01:57Z</dcterms:modified>
</cp:coreProperties>
</file>