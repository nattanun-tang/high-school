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9" r:id="rId3"/>
    <p:sldId id="272" r:id="rId4"/>
    <p:sldId id="270" r:id="rId5"/>
    <p:sldId id="271" r:id="rId6"/>
    <p:sldId id="273" r:id="rId7"/>
    <p:sldId id="274" r:id="rId8"/>
    <p:sldId id="275" r:id="rId9"/>
    <p:sldId id="277" r:id="rId10"/>
    <p:sldId id="268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FFCCFF"/>
    <a:srgbClr val="CCFFFF"/>
    <a:srgbClr val="FF99FF"/>
    <a:srgbClr val="FFFF99"/>
    <a:srgbClr val="4E95D9"/>
    <a:srgbClr val="18202A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5DF61-D1E6-4A7F-9880-765BC9AFAAA4}" v="165" dt="2026-09-18T15:40:32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modSld">
      <pc:chgData name="Nattanun Tangpeerasit (Maths) Lap" userId="1ad6559d-3a93-42e6-9288-bf73492e1b2c" providerId="ADAL" clId="{214CD14F-CFF7-41F3-8FAD-E1DC02D8708B}" dt="2026-09-19T12:23:33.756" v="160" actId="1076"/>
      <pc:docMkLst>
        <pc:docMk/>
      </pc:docMkLst>
      <pc:sldChg chg="addSp modSp mod setBg">
        <pc:chgData name="Nattanun Tangpeerasit (Maths) Lap" userId="1ad6559d-3a93-42e6-9288-bf73492e1b2c" providerId="ADAL" clId="{214CD14F-CFF7-41F3-8FAD-E1DC02D8708B}" dt="2026-09-19T12:23:33.756" v="160" actId="1076"/>
        <pc:sldMkLst>
          <pc:docMk/>
          <pc:sldMk cId="2080722355" sldId="256"/>
        </pc:sldMkLst>
        <pc:spChg chg="mod">
          <ac:chgData name="Nattanun Tangpeerasit (Maths) Lap" userId="1ad6559d-3a93-42e6-9288-bf73492e1b2c" providerId="ADAL" clId="{214CD14F-CFF7-41F3-8FAD-E1DC02D8708B}" dt="2026-09-19T12:23:33.756" v="160" actId="1076"/>
          <ac:spMkLst>
            <pc:docMk/>
            <pc:sldMk cId="2080722355" sldId="256"/>
            <ac:spMk id="11" creationId="{1CE167D6-5ED8-1684-7B8B-077DFA4A9987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mod">
          <ac:chgData name="Nattanun Tangpeerasit (Maths) Lap" userId="1ad6559d-3a93-42e6-9288-bf73492e1b2c" providerId="ADAL" clId="{214CD14F-CFF7-41F3-8FAD-E1DC02D8708B}" dt="2026-09-18T14:07:15.645" v="7" actId="20577"/>
          <ac:spMkLst>
            <pc:docMk/>
            <pc:sldMk cId="2080722355" sldId="256"/>
            <ac:spMk id="66" creationId="{FBD30F72-7CFC-29E2-2DCA-FF0E8FAA7351}"/>
          </ac:spMkLst>
        </pc:spChg>
        <pc:spChg chg="mod">
          <ac:chgData name="Nattanun Tangpeerasit (Maths) Lap" userId="1ad6559d-3a93-42e6-9288-bf73492e1b2c" providerId="ADAL" clId="{214CD14F-CFF7-41F3-8FAD-E1DC02D8708B}" dt="2026-09-18T14:07:26.358" v="9" actId="20577"/>
          <ac:spMkLst>
            <pc:docMk/>
            <pc:sldMk cId="2080722355" sldId="256"/>
            <ac:spMk id="68" creationId="{0F2C3C05-8DBE-6CB5-B403-FBE1D67323FC}"/>
          </ac:spMkLst>
        </pc:spChg>
        <pc:spChg chg="mod">
          <ac:chgData name="Nattanun Tangpeerasit (Maths) Lap" userId="1ad6559d-3a93-42e6-9288-bf73492e1b2c" providerId="ADAL" clId="{214CD14F-CFF7-41F3-8FAD-E1DC02D8708B}" dt="2026-09-18T14:07:38.598" v="11" actId="20577"/>
          <ac:spMkLst>
            <pc:docMk/>
            <pc:sldMk cId="2080722355" sldId="256"/>
            <ac:spMk id="70" creationId="{C1AD95B4-D0BB-FEAD-2C22-2EEA58F60E33}"/>
          </ac:spMkLst>
        </pc:spChg>
        <pc:spChg chg="mod">
          <ac:chgData name="Nattanun Tangpeerasit (Maths) Lap" userId="1ad6559d-3a93-42e6-9288-bf73492e1b2c" providerId="ADAL" clId="{214CD14F-CFF7-41F3-8FAD-E1DC02D8708B}" dt="2026-09-18T14:24:19.938" v="134" actId="20577"/>
          <ac:spMkLst>
            <pc:docMk/>
            <pc:sldMk cId="2080722355" sldId="256"/>
            <ac:spMk id="74" creationId="{AB4B9D6F-A090-6A41-9413-230C06112980}"/>
          </ac:spMkLst>
        </pc:spChg>
        <pc:grpChg chg="add mod">
          <ac:chgData name="Nattanun Tangpeerasit (Maths) Lap" userId="1ad6559d-3a93-42e6-9288-bf73492e1b2c" providerId="ADAL" clId="{214CD14F-CFF7-41F3-8FAD-E1DC02D8708B}" dt="2026-09-18T14:06:17.048" v="2" actId="164"/>
          <ac:grpSpMkLst>
            <pc:docMk/>
            <pc:sldMk cId="2080722355" sldId="256"/>
            <ac:grpSpMk id="65" creationId="{F993B815-57A4-F00B-A787-EEBE6C8208CE}"/>
          </ac:grpSpMkLst>
        </pc:grpChg>
      </pc:sldChg>
      <pc:sldChg chg="modSp">
        <pc:chgData name="Nattanun Tangpeerasit (Maths) Lap" userId="1ad6559d-3a93-42e6-9288-bf73492e1b2c" providerId="ADAL" clId="{214CD14F-CFF7-41F3-8FAD-E1DC02D8708B}" dt="2026-09-18T14:26:58.404" v="158" actId="255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">
        <pc:chgData name="Nattanun Tangpeerasit (Maths) Lap" userId="1ad6559d-3a93-42e6-9288-bf73492e1b2c" providerId="ADAL" clId="{214CD14F-CFF7-41F3-8FAD-E1DC02D8708B}" dt="2026-09-18T15:40:32.410" v="159" actId="76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D539-A639-E05A-138B-1A5349A4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603754-4E52-75CA-81F8-3526214002CD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73439C7-B57B-A381-6B6D-8192DC265D2E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D103E-7480-F99B-ED3A-A274FC18196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0AF10-BF92-F0FE-BAFA-DDC3CC921B7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C113AE-D320-C6C3-7412-8DB5E8749A9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D8D4E8-BCEE-5B9C-BB03-134E36AD9582}"/>
              </a:ext>
            </a:extLst>
          </p:cNvPr>
          <p:cNvGrpSpPr/>
          <p:nvPr/>
        </p:nvGrpSpPr>
        <p:grpSpPr>
          <a:xfrm>
            <a:off x="2137799" y="859865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F3A7421-9BBB-B798-1A6B-523CBC65A0C8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C77D2FF-4352-B278-5312-03B8F148FF35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D25EAE9-A6D9-B30B-DB6B-623214B43707}"/>
              </a:ext>
            </a:extLst>
          </p:cNvPr>
          <p:cNvSpPr txBox="1"/>
          <p:nvPr/>
        </p:nvSpPr>
        <p:spPr>
          <a:xfrm>
            <a:off x="2137800" y="897996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87DAF1-A5E6-E19D-BB63-075AEF849523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6902E1C-AF2B-07FB-8511-8FB0709A6021}"/>
              </a:ext>
            </a:extLst>
          </p:cNvPr>
          <p:cNvSpPr/>
          <p:nvPr/>
        </p:nvSpPr>
        <p:spPr>
          <a:xfrm>
            <a:off x="206189" y="5449709"/>
            <a:ext cx="4317840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B) = a + b +c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7118CFE-95B4-0C97-1E21-332498798F05}"/>
              </a:ext>
            </a:extLst>
          </p:cNvPr>
          <p:cNvSpPr/>
          <p:nvPr/>
        </p:nvSpPr>
        <p:spPr>
          <a:xfrm>
            <a:off x="1966358" y="2582634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1D984D-DD03-798E-3B63-D4BFD62E17CC}"/>
              </a:ext>
            </a:extLst>
          </p:cNvPr>
          <p:cNvSpPr/>
          <p:nvPr/>
        </p:nvSpPr>
        <p:spPr>
          <a:xfrm>
            <a:off x="644455" y="2390425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274B754-9310-8537-E202-FB50C9C2C6CB}"/>
              </a:ext>
            </a:extLst>
          </p:cNvPr>
          <p:cNvSpPr/>
          <p:nvPr/>
        </p:nvSpPr>
        <p:spPr>
          <a:xfrm>
            <a:off x="2573306" y="2403712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3F5700-A715-43D6-DAFF-EF4DBC293EC4}"/>
                  </a:ext>
                </a:extLst>
              </p:cNvPr>
              <p:cNvSpPr txBox="1"/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E3F5700-A715-43D6-DAFF-EF4DBC293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blipFill>
                <a:blip r:embed="rId2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6057652-D5A0-A804-768B-0F479DBCA9C3}"/>
                  </a:ext>
                </a:extLst>
              </p:cNvPr>
              <p:cNvSpPr txBox="1"/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6057652-D5A0-A804-768B-0F479DBCA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blipFill>
                <a:blip r:embed="rId3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1DD025E-C181-EDF0-1D31-60AF13A438EA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9AC15-2C7A-F754-A177-546E3E13B0E1}"/>
              </a:ext>
            </a:extLst>
          </p:cNvPr>
          <p:cNvSpPr txBox="1"/>
          <p:nvPr/>
        </p:nvSpPr>
        <p:spPr>
          <a:xfrm>
            <a:off x="1359410" y="3429000"/>
            <a:ext cx="1234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C4912-3CB1-B801-42B3-4D42C16C02C3}"/>
              </a:ext>
            </a:extLst>
          </p:cNvPr>
          <p:cNvSpPr txBox="1"/>
          <p:nvPr/>
        </p:nvSpPr>
        <p:spPr>
          <a:xfrm>
            <a:off x="2470813" y="3429000"/>
            <a:ext cx="1298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7937E-8D21-8FDA-1AE1-8EB3EC9817C8}"/>
              </a:ext>
            </a:extLst>
          </p:cNvPr>
          <p:cNvSpPr txBox="1"/>
          <p:nvPr/>
        </p:nvSpPr>
        <p:spPr>
          <a:xfrm>
            <a:off x="3723436" y="3429000"/>
            <a:ext cx="1712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99D04-80E7-81DD-FBCD-9F5B6D0AFA91}"/>
              </a:ext>
            </a:extLst>
          </p:cNvPr>
          <p:cNvSpPr txBox="1"/>
          <p:nvPr/>
        </p:nvSpPr>
        <p:spPr>
          <a:xfrm>
            <a:off x="5173772" y="837604"/>
            <a:ext cx="658497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ในแต่ละส่วนของแผนภาพ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5CE4103-71F7-49E0-C2A1-9E2A7C318C92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A9EC939-D5A5-A4A3-8E74-C291A4DED2A0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609AA83-7F3A-C9B4-1DFA-37198823C3EE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FB045C2-F1DC-155A-7CA5-0BFE8453AEC4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694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9984-0885-6000-470F-4664417F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AD36B8-DB1F-8E3D-8597-87C260F72E6F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C56872D-3E60-2A24-9B22-5C39125D8DBF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149861-9001-4217-3AEB-C295D54BE23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60E29-D99E-8327-CF7B-7ECB0F337EA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75412D-45A1-B956-3F6B-C2D31FA2018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FD488F-9F64-99D5-27B4-911A8FDFF9C0}"/>
              </a:ext>
            </a:extLst>
          </p:cNvPr>
          <p:cNvGrpSpPr/>
          <p:nvPr/>
        </p:nvGrpSpPr>
        <p:grpSpPr>
          <a:xfrm>
            <a:off x="2137799" y="859865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50ACE46-5788-7FBC-0190-F9A4325BACA5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BE194A3-DAA3-61DC-62A2-ED191E200EA7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B92AEC8-267D-8926-8538-60E7DCD3A350}"/>
              </a:ext>
            </a:extLst>
          </p:cNvPr>
          <p:cNvSpPr txBox="1"/>
          <p:nvPr/>
        </p:nvSpPr>
        <p:spPr>
          <a:xfrm>
            <a:off x="2137800" y="897996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A8B91F-1BA8-EE47-99C3-D4B74B17EAAB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4EEB777-C423-76AA-B2C0-A6999EAE2A51}"/>
              </a:ext>
            </a:extLst>
          </p:cNvPr>
          <p:cNvSpPr/>
          <p:nvPr/>
        </p:nvSpPr>
        <p:spPr>
          <a:xfrm>
            <a:off x="206189" y="5449709"/>
            <a:ext cx="4317840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B) = a + b +c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BE1864E-9091-0804-1086-F7503B7D93FC}"/>
              </a:ext>
            </a:extLst>
          </p:cNvPr>
          <p:cNvSpPr/>
          <p:nvPr/>
        </p:nvSpPr>
        <p:spPr>
          <a:xfrm>
            <a:off x="1966358" y="2582634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C5F763-1F97-73F0-B753-68F8F76D497F}"/>
              </a:ext>
            </a:extLst>
          </p:cNvPr>
          <p:cNvSpPr/>
          <p:nvPr/>
        </p:nvSpPr>
        <p:spPr>
          <a:xfrm>
            <a:off x="644455" y="2390425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E1A853B-08D0-3962-655C-E723C1676B9E}"/>
              </a:ext>
            </a:extLst>
          </p:cNvPr>
          <p:cNvSpPr/>
          <p:nvPr/>
        </p:nvSpPr>
        <p:spPr>
          <a:xfrm>
            <a:off x="2573306" y="2403712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B878232-21CC-FE81-8B6C-FA674C811034}"/>
                  </a:ext>
                </a:extLst>
              </p:cNvPr>
              <p:cNvSpPr txBox="1"/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B878232-21CC-FE81-8B6C-FA674C811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blipFill>
                <a:blip r:embed="rId2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9E84AD0-EA92-F9A4-2BA2-09BAEAF78214}"/>
                  </a:ext>
                </a:extLst>
              </p:cNvPr>
              <p:cNvSpPr txBox="1"/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9E84AD0-EA92-F9A4-2BA2-09BAEAF7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blipFill>
                <a:blip r:embed="rId3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09601D8-0B89-46E9-C4FB-7C211A95521B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645F2F-4B5E-C520-D8F0-5738FA6F7300}"/>
              </a:ext>
            </a:extLst>
          </p:cNvPr>
          <p:cNvSpPr txBox="1"/>
          <p:nvPr/>
        </p:nvSpPr>
        <p:spPr>
          <a:xfrm>
            <a:off x="5011271" y="5587225"/>
            <a:ext cx="697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1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 = a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+ c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333C2-CC4C-B08C-C5C1-2DF13A9B847F}"/>
              </a:ext>
            </a:extLst>
          </p:cNvPr>
          <p:cNvSpPr txBox="1"/>
          <p:nvPr/>
        </p:nvSpPr>
        <p:spPr>
          <a:xfrm>
            <a:off x="1359410" y="3429000"/>
            <a:ext cx="1234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D4BDB-8193-5079-A320-61752AAC2CBC}"/>
              </a:ext>
            </a:extLst>
          </p:cNvPr>
          <p:cNvSpPr txBox="1"/>
          <p:nvPr/>
        </p:nvSpPr>
        <p:spPr>
          <a:xfrm>
            <a:off x="2470813" y="3429000"/>
            <a:ext cx="1298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CFEC97-87D0-5AEA-8D7D-4ED93BD3F7B7}"/>
              </a:ext>
            </a:extLst>
          </p:cNvPr>
          <p:cNvSpPr txBox="1"/>
          <p:nvPr/>
        </p:nvSpPr>
        <p:spPr>
          <a:xfrm>
            <a:off x="3723436" y="3429000"/>
            <a:ext cx="1712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77CBF8-7407-C7D0-9A15-87BC292A94FC}"/>
              </a:ext>
            </a:extLst>
          </p:cNvPr>
          <p:cNvSpPr txBox="1"/>
          <p:nvPr/>
        </p:nvSpPr>
        <p:spPr>
          <a:xfrm>
            <a:off x="5173772" y="837604"/>
            <a:ext cx="658497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ในแต่ละส่วนของแผนภาพ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(a + b) + (b + c)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B8A7990-01A0-4AD9-1C49-0DF1E3A2C7D8}"/>
              </a:ext>
            </a:extLst>
          </p:cNvPr>
          <p:cNvSpPr/>
          <p:nvPr/>
        </p:nvSpPr>
        <p:spPr>
          <a:xfrm>
            <a:off x="5517738" y="239149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849E249-68B9-B0B9-59AE-91E308418356}"/>
              </a:ext>
            </a:extLst>
          </p:cNvPr>
          <p:cNvSpPr/>
          <p:nvPr/>
        </p:nvSpPr>
        <p:spPr>
          <a:xfrm>
            <a:off x="6687710" y="238253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030D75-8981-10A6-E48E-1874D771D2C5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12CCDE1-BEAD-C38B-1793-97ED2BCB2C59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7747EE1-EF7A-8F7C-905F-AD7F2E9BC157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440F837-1095-C889-D5D4-027328D14995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63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DC8B2-63D9-27E7-C2DF-24B7EFDD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5C45D0-5CE8-B066-E5C8-7E17B325D60D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1404A44-61C6-AFFF-5A1B-D13D37304FF0}"/>
              </a:ext>
            </a:extLst>
          </p:cNvPr>
          <p:cNvSpPr/>
          <p:nvPr/>
        </p:nvSpPr>
        <p:spPr>
          <a:xfrm>
            <a:off x="102699" y="703132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88CE9C-B56C-161B-B0E0-35F4EE585EB2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8479E-1BD6-24A7-613C-B269DAC7034B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C7E3F8-3BAA-B859-7E2A-008C332C0D14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97DB415-B815-E9E6-D10F-23981A8A252A}"/>
              </a:ext>
            </a:extLst>
          </p:cNvPr>
          <p:cNvGrpSpPr/>
          <p:nvPr/>
        </p:nvGrpSpPr>
        <p:grpSpPr>
          <a:xfrm>
            <a:off x="2137799" y="859865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7D7F578-FF49-AAB6-AC63-169C6D29C393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0695A76-CC65-62E3-C49B-01228014DA9E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2B017E4-DE7B-64FE-E5BD-C8B4FC60541E}"/>
              </a:ext>
            </a:extLst>
          </p:cNvPr>
          <p:cNvSpPr txBox="1"/>
          <p:nvPr/>
        </p:nvSpPr>
        <p:spPr>
          <a:xfrm>
            <a:off x="2137800" y="897996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C2C44C-F874-2C39-C8D1-B84BB788BE47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E11F73B-FCAD-AFE3-C8C1-8E67544B2866}"/>
              </a:ext>
            </a:extLst>
          </p:cNvPr>
          <p:cNvSpPr/>
          <p:nvPr/>
        </p:nvSpPr>
        <p:spPr>
          <a:xfrm>
            <a:off x="206189" y="5449709"/>
            <a:ext cx="4317840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B) = a + b +c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9932C92-CEAF-995F-A251-367C4D723673}"/>
              </a:ext>
            </a:extLst>
          </p:cNvPr>
          <p:cNvSpPr/>
          <p:nvPr/>
        </p:nvSpPr>
        <p:spPr>
          <a:xfrm>
            <a:off x="1966358" y="2582634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D616010-CFE7-E47E-A48D-E95C424220E5}"/>
              </a:ext>
            </a:extLst>
          </p:cNvPr>
          <p:cNvSpPr/>
          <p:nvPr/>
        </p:nvSpPr>
        <p:spPr>
          <a:xfrm>
            <a:off x="644455" y="2390425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B9241E9-A059-A0AD-FCC7-FE93CDFD30DB}"/>
              </a:ext>
            </a:extLst>
          </p:cNvPr>
          <p:cNvSpPr/>
          <p:nvPr/>
        </p:nvSpPr>
        <p:spPr>
          <a:xfrm>
            <a:off x="2564340" y="2403712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B1E56AB-EA25-3296-422A-B7DE88D00A7E}"/>
                  </a:ext>
                </a:extLst>
              </p:cNvPr>
              <p:cNvSpPr txBox="1"/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B1E56AB-EA25-3296-422A-B7DE88D00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blipFill>
                <a:blip r:embed="rId2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A683C44-E995-311B-00F4-ADEAA7011023}"/>
                  </a:ext>
                </a:extLst>
              </p:cNvPr>
              <p:cNvSpPr txBox="1"/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A683C44-E995-311B-00F4-ADEAA7011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blipFill>
                <a:blip r:embed="rId3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636FEDD9-8594-9EF3-0D6E-B9A42042075B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A0433E-C3E4-32F8-5B4E-DC93B7CC0A97}"/>
              </a:ext>
            </a:extLst>
          </p:cNvPr>
          <p:cNvSpPr txBox="1"/>
          <p:nvPr/>
        </p:nvSpPr>
        <p:spPr>
          <a:xfrm>
            <a:off x="5011271" y="5587225"/>
            <a:ext cx="697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1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 = a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+ c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4BAC3-78ED-FFC5-327F-ED7BF53525BA}"/>
              </a:ext>
            </a:extLst>
          </p:cNvPr>
          <p:cNvSpPr txBox="1"/>
          <p:nvPr/>
        </p:nvSpPr>
        <p:spPr>
          <a:xfrm>
            <a:off x="1359410" y="3429000"/>
            <a:ext cx="1234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6D31D-1006-A3C2-81A7-0C10A3EE67D4}"/>
              </a:ext>
            </a:extLst>
          </p:cNvPr>
          <p:cNvSpPr txBox="1"/>
          <p:nvPr/>
        </p:nvSpPr>
        <p:spPr>
          <a:xfrm>
            <a:off x="2470813" y="3429000"/>
            <a:ext cx="1298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470C13-76D4-1C74-4A9F-DCAC8388B4DE}"/>
              </a:ext>
            </a:extLst>
          </p:cNvPr>
          <p:cNvSpPr txBox="1"/>
          <p:nvPr/>
        </p:nvSpPr>
        <p:spPr>
          <a:xfrm>
            <a:off x="3723436" y="3429000"/>
            <a:ext cx="1712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95D51-1D36-3058-84F6-869BF3697786}"/>
              </a:ext>
            </a:extLst>
          </p:cNvPr>
          <p:cNvSpPr txBox="1"/>
          <p:nvPr/>
        </p:nvSpPr>
        <p:spPr>
          <a:xfrm>
            <a:off x="5173772" y="837604"/>
            <a:ext cx="6584971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ในแต่ละส่วนของแผนภาพ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(a + b) + (b + c)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01279B5-766A-CEDD-B40F-A1014019267A}"/>
              </a:ext>
            </a:extLst>
          </p:cNvPr>
          <p:cNvSpPr/>
          <p:nvPr/>
        </p:nvSpPr>
        <p:spPr>
          <a:xfrm>
            <a:off x="5517738" y="2391499"/>
            <a:ext cx="828954" cy="41679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FB1F09-0333-AAE6-F81A-1DFB397C411B}"/>
              </a:ext>
            </a:extLst>
          </p:cNvPr>
          <p:cNvSpPr/>
          <p:nvPr/>
        </p:nvSpPr>
        <p:spPr>
          <a:xfrm>
            <a:off x="6687710" y="238253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DAA0B7-45BF-46E2-4C11-8AC409F8AA61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C9FFBF1-9F57-2925-CC58-D6C8210C21F2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AA5553A-B763-78CC-EB81-657579183985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EBEFAA-4195-E73E-7012-548D3FB28980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701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3530-F166-E7D3-F077-932A834D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C82E1B-D362-E1BA-8070-5A47B9C8B4D9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021806B-1871-93CA-B07B-DCEE32B2F456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EB1A79-5DD9-7BFD-A8F3-8F2477934368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0570C-B4D8-0AE9-AB2F-8E4A398D1946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36D9D0-3808-3DA6-EFEB-29B3E904F07D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8642B0-440C-182F-DE84-8B9C47AA06FB}"/>
              </a:ext>
            </a:extLst>
          </p:cNvPr>
          <p:cNvGrpSpPr/>
          <p:nvPr/>
        </p:nvGrpSpPr>
        <p:grpSpPr>
          <a:xfrm>
            <a:off x="2137799" y="859865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6F6233-2278-9A02-49A2-15F0CD705EAA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B3D44F2-19E6-6F44-7CCC-7C13349CA1B4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9951D45-36F3-2586-A96D-0CE81765858E}"/>
              </a:ext>
            </a:extLst>
          </p:cNvPr>
          <p:cNvSpPr txBox="1"/>
          <p:nvPr/>
        </p:nvSpPr>
        <p:spPr>
          <a:xfrm>
            <a:off x="2137800" y="897996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769E87-6D78-7D22-3E57-5B76B6404AB9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8BEB8AB-EECD-03CB-D670-13C18623A509}"/>
              </a:ext>
            </a:extLst>
          </p:cNvPr>
          <p:cNvSpPr/>
          <p:nvPr/>
        </p:nvSpPr>
        <p:spPr>
          <a:xfrm>
            <a:off x="206189" y="5449709"/>
            <a:ext cx="4317840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B) = a + b +c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D94BF-2D0B-2E7D-B555-F5FA430B349A}"/>
              </a:ext>
            </a:extLst>
          </p:cNvPr>
          <p:cNvSpPr/>
          <p:nvPr/>
        </p:nvSpPr>
        <p:spPr>
          <a:xfrm>
            <a:off x="1966358" y="2582634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9973F61-2B27-345E-EB63-F0EBF2FA6D51}"/>
              </a:ext>
            </a:extLst>
          </p:cNvPr>
          <p:cNvSpPr/>
          <p:nvPr/>
        </p:nvSpPr>
        <p:spPr>
          <a:xfrm>
            <a:off x="644455" y="2390425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5B2F0F-94FB-7EBE-58D7-5346FD732A4F}"/>
              </a:ext>
            </a:extLst>
          </p:cNvPr>
          <p:cNvSpPr/>
          <p:nvPr/>
        </p:nvSpPr>
        <p:spPr>
          <a:xfrm>
            <a:off x="2573306" y="2403712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79254A3-63A1-D401-CC22-FC52944B516A}"/>
                  </a:ext>
                </a:extLst>
              </p:cNvPr>
              <p:cNvSpPr txBox="1"/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79254A3-63A1-D401-CC22-FC52944B5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blipFill>
                <a:blip r:embed="rId2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801BA46-3263-0D14-BDE6-FCCF15F579DE}"/>
                  </a:ext>
                </a:extLst>
              </p:cNvPr>
              <p:cNvSpPr txBox="1"/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801BA46-3263-0D14-BDE6-FCCF15F57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blipFill>
                <a:blip r:embed="rId3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7BF3BAD-C71A-48F9-DC52-F45A614606F6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751C81-967B-2FFF-F327-9706954EB7F4}"/>
              </a:ext>
            </a:extLst>
          </p:cNvPr>
          <p:cNvSpPr txBox="1"/>
          <p:nvPr/>
        </p:nvSpPr>
        <p:spPr>
          <a:xfrm>
            <a:off x="5011271" y="5587225"/>
            <a:ext cx="697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2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–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B)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a + b + c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21376-7E33-8B4F-3C64-5E0974308CED}"/>
              </a:ext>
            </a:extLst>
          </p:cNvPr>
          <p:cNvSpPr txBox="1"/>
          <p:nvPr/>
        </p:nvSpPr>
        <p:spPr>
          <a:xfrm>
            <a:off x="1359410" y="3429000"/>
            <a:ext cx="1234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FC94F-B2AC-6BC0-3333-A56F58CBCF6D}"/>
              </a:ext>
            </a:extLst>
          </p:cNvPr>
          <p:cNvSpPr txBox="1"/>
          <p:nvPr/>
        </p:nvSpPr>
        <p:spPr>
          <a:xfrm>
            <a:off x="2470813" y="3429000"/>
            <a:ext cx="1298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B0A495-45DF-F91D-4B24-8834387607DB}"/>
              </a:ext>
            </a:extLst>
          </p:cNvPr>
          <p:cNvSpPr txBox="1"/>
          <p:nvPr/>
        </p:nvSpPr>
        <p:spPr>
          <a:xfrm>
            <a:off x="3723436" y="3429000"/>
            <a:ext cx="1712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440036-FAC9-EE7E-D884-B61A184D05A0}"/>
              </a:ext>
            </a:extLst>
          </p:cNvPr>
          <p:cNvSpPr txBox="1"/>
          <p:nvPr/>
        </p:nvSpPr>
        <p:spPr>
          <a:xfrm>
            <a:off x="5173772" y="837604"/>
            <a:ext cx="6584971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ในแต่ละส่วนของแผนภาพ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(a + b) + (b + c)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b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ACE7148-5B87-A463-67A8-A930B9C26288}"/>
              </a:ext>
            </a:extLst>
          </p:cNvPr>
          <p:cNvSpPr/>
          <p:nvPr/>
        </p:nvSpPr>
        <p:spPr>
          <a:xfrm>
            <a:off x="5517738" y="239149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962F144-5692-40ED-155F-875E4E6E0C2C}"/>
              </a:ext>
            </a:extLst>
          </p:cNvPr>
          <p:cNvSpPr/>
          <p:nvPr/>
        </p:nvSpPr>
        <p:spPr>
          <a:xfrm>
            <a:off x="6687710" y="238253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F8DA808-8EDB-AF59-5B35-EA1B74AC9A42}"/>
              </a:ext>
            </a:extLst>
          </p:cNvPr>
          <p:cNvSpPr/>
          <p:nvPr/>
        </p:nvSpPr>
        <p:spPr>
          <a:xfrm>
            <a:off x="5517738" y="2933213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C50F92-0CB4-8FF9-4979-ED32E92CC670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2586637-F9B5-FA91-CA1D-5A67049CF8DC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92C67D9-5FAF-9394-5313-19C40F4067A5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6407E52-E5E7-BBCD-0FA7-56BF07F3F03C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1209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E13A-238B-1532-DD74-A84F265F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1EB1A9-AEB6-9BC0-281B-6D4CF4CDA96A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7DDD0D9-BC0E-7FD7-07E4-AEDCA8AB6953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848C6-CF7F-3559-7857-63050C3AF493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C6046-0253-CB46-F39D-DFEDCE1E56DA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2135A5-C661-9D6E-0104-5840BDD65D61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6F96CB-BE83-A1AB-34BA-A507B98C61C7}"/>
              </a:ext>
            </a:extLst>
          </p:cNvPr>
          <p:cNvGrpSpPr/>
          <p:nvPr/>
        </p:nvGrpSpPr>
        <p:grpSpPr>
          <a:xfrm>
            <a:off x="2137799" y="859865"/>
            <a:ext cx="1724110" cy="461665"/>
            <a:chOff x="96739" y="1202460"/>
            <a:chExt cx="1724110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9DC10AA-F6C7-7BA0-B417-E63A41B65407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7185424-C300-4CB2-07BB-867FFD1EC585}"/>
                </a:ext>
              </a:extLst>
            </p:cNvPr>
            <p:cNvSpPr/>
            <p:nvPr/>
          </p:nvSpPr>
          <p:spPr>
            <a:xfrm>
              <a:off x="96739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864AC54-3696-B638-A8BF-232FD2A1275A}"/>
              </a:ext>
            </a:extLst>
          </p:cNvPr>
          <p:cNvSpPr txBox="1"/>
          <p:nvPr/>
        </p:nvSpPr>
        <p:spPr>
          <a:xfrm>
            <a:off x="2137800" y="897996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BEAD8C-85C8-F394-3FB6-10A73E17568D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5736420-8355-ABBB-ECC7-5F59C1D0875A}"/>
              </a:ext>
            </a:extLst>
          </p:cNvPr>
          <p:cNvSpPr/>
          <p:nvPr/>
        </p:nvSpPr>
        <p:spPr>
          <a:xfrm>
            <a:off x="206189" y="5449709"/>
            <a:ext cx="4317840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B) = a + b +c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E9AA51E-EEF3-79A2-5B6A-D02701B99208}"/>
              </a:ext>
            </a:extLst>
          </p:cNvPr>
          <p:cNvSpPr/>
          <p:nvPr/>
        </p:nvSpPr>
        <p:spPr>
          <a:xfrm>
            <a:off x="1966358" y="2582634"/>
            <a:ext cx="1235767" cy="2186542"/>
          </a:xfrm>
          <a:custGeom>
            <a:avLst/>
            <a:gdLst>
              <a:gd name="csX0" fmla="*/ 628819 w 1235767"/>
              <a:gd name="csY0" fmla="*/ 0 h 2186542"/>
              <a:gd name="csX1" fmla="*/ 671941 w 1235767"/>
              <a:gd name="csY1" fmla="*/ 26197 h 2186542"/>
              <a:gd name="csX2" fmla="*/ 1235767 w 1235767"/>
              <a:gd name="csY2" fmla="*/ 1086627 h 2186542"/>
              <a:gd name="csX3" fmla="*/ 671941 w 1235767"/>
              <a:gd name="csY3" fmla="*/ 2147057 h 2186542"/>
              <a:gd name="csX4" fmla="*/ 606948 w 1235767"/>
              <a:gd name="csY4" fmla="*/ 2186542 h 2186542"/>
              <a:gd name="csX5" fmla="*/ 563826 w 1235767"/>
              <a:gd name="csY5" fmla="*/ 2160344 h 2186542"/>
              <a:gd name="csX6" fmla="*/ 0 w 1235767"/>
              <a:gd name="csY6" fmla="*/ 1099914 h 2186542"/>
              <a:gd name="csX7" fmla="*/ 563826 w 1235767"/>
              <a:gd name="csY7" fmla="*/ 39484 h 2186542"/>
              <a:gd name="csX8" fmla="*/ 628819 w 1235767"/>
              <a:gd name="csY8" fmla="*/ 0 h 2186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35767" h="218654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cubicBezTo>
                  <a:pt x="1235767" y="1528053"/>
                  <a:pt x="1012113" y="1917241"/>
                  <a:pt x="671941" y="2147057"/>
                </a:cubicBezTo>
                <a:lnTo>
                  <a:pt x="606948" y="2186542"/>
                </a:lnTo>
                <a:lnTo>
                  <a:pt x="563826" y="2160344"/>
                </a:lnTo>
                <a:cubicBezTo>
                  <a:pt x="223654" y="1930528"/>
                  <a:pt x="0" y="1541340"/>
                  <a:pt x="0" y="1099914"/>
                </a:cubicBez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05559A3-5AB0-6CDB-4336-B4E176E3BB58}"/>
              </a:ext>
            </a:extLst>
          </p:cNvPr>
          <p:cNvSpPr/>
          <p:nvPr/>
        </p:nvSpPr>
        <p:spPr>
          <a:xfrm>
            <a:off x="644455" y="2390425"/>
            <a:ext cx="1950722" cy="2557670"/>
          </a:xfrm>
          <a:custGeom>
            <a:avLst/>
            <a:gdLst>
              <a:gd name="csX0" fmla="*/ 1278835 w 1950722"/>
              <a:gd name="csY0" fmla="*/ 0 h 2557670"/>
              <a:gd name="csX1" fmla="*/ 1888404 w 1950722"/>
              <a:gd name="csY1" fmla="*/ 154348 h 2557670"/>
              <a:gd name="csX2" fmla="*/ 1950722 w 1950722"/>
              <a:gd name="csY2" fmla="*/ 192208 h 2557670"/>
              <a:gd name="csX3" fmla="*/ 1885729 w 1950722"/>
              <a:gd name="csY3" fmla="*/ 231692 h 2557670"/>
              <a:gd name="csX4" fmla="*/ 1321903 w 1950722"/>
              <a:gd name="csY4" fmla="*/ 1292122 h 2557670"/>
              <a:gd name="csX5" fmla="*/ 1885729 w 1950722"/>
              <a:gd name="csY5" fmla="*/ 2352552 h 2557670"/>
              <a:gd name="csX6" fmla="*/ 1928851 w 1950722"/>
              <a:gd name="csY6" fmla="*/ 2378750 h 2557670"/>
              <a:gd name="csX7" fmla="*/ 1888404 w 1950722"/>
              <a:gd name="csY7" fmla="*/ 2403322 h 2557670"/>
              <a:gd name="csX8" fmla="*/ 1278835 w 1950722"/>
              <a:gd name="csY8" fmla="*/ 2557670 h 2557670"/>
              <a:gd name="csX9" fmla="*/ 0 w 1950722"/>
              <a:gd name="csY9" fmla="*/ 1278835 h 2557670"/>
              <a:gd name="csX10" fmla="*/ 1278835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cubicBezTo>
                  <a:pt x="1321903" y="1733548"/>
                  <a:pt x="1545557" y="2122736"/>
                  <a:pt x="1885729" y="2352552"/>
                </a:cubicBezTo>
                <a:lnTo>
                  <a:pt x="1928851" y="2378750"/>
                </a:lnTo>
                <a:lnTo>
                  <a:pt x="1888404" y="2403322"/>
                </a:lnTo>
                <a:cubicBezTo>
                  <a:pt x="1707202" y="2501757"/>
                  <a:pt x="1499548" y="2557670"/>
                  <a:pt x="1278835" y="2557670"/>
                </a:cubicBezTo>
                <a:cubicBezTo>
                  <a:pt x="572554" y="2557670"/>
                  <a:pt x="0" y="1985116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0AEED5-44E8-8D8D-6D1B-3C95E36516FB}"/>
              </a:ext>
            </a:extLst>
          </p:cNvPr>
          <p:cNvSpPr/>
          <p:nvPr/>
        </p:nvSpPr>
        <p:spPr>
          <a:xfrm>
            <a:off x="2573306" y="2403712"/>
            <a:ext cx="1950722" cy="2557670"/>
          </a:xfrm>
          <a:custGeom>
            <a:avLst/>
            <a:gdLst>
              <a:gd name="csX0" fmla="*/ 671887 w 1950722"/>
              <a:gd name="csY0" fmla="*/ 0 h 2557670"/>
              <a:gd name="csX1" fmla="*/ 1950722 w 1950722"/>
              <a:gd name="csY1" fmla="*/ 1278835 h 2557670"/>
              <a:gd name="csX2" fmla="*/ 671887 w 1950722"/>
              <a:gd name="csY2" fmla="*/ 2557670 h 2557670"/>
              <a:gd name="csX3" fmla="*/ 62318 w 1950722"/>
              <a:gd name="csY3" fmla="*/ 2403322 h 2557670"/>
              <a:gd name="csX4" fmla="*/ 0 w 1950722"/>
              <a:gd name="csY4" fmla="*/ 2365463 h 2557670"/>
              <a:gd name="csX5" fmla="*/ 64993 w 1950722"/>
              <a:gd name="csY5" fmla="*/ 2325978 h 2557670"/>
              <a:gd name="csX6" fmla="*/ 628819 w 1950722"/>
              <a:gd name="csY6" fmla="*/ 1265548 h 2557670"/>
              <a:gd name="csX7" fmla="*/ 64993 w 1950722"/>
              <a:gd name="csY7" fmla="*/ 205118 h 2557670"/>
              <a:gd name="csX8" fmla="*/ 21871 w 1950722"/>
              <a:gd name="csY8" fmla="*/ 178921 h 2557670"/>
              <a:gd name="csX9" fmla="*/ 62318 w 1950722"/>
              <a:gd name="csY9" fmla="*/ 154348 h 2557670"/>
              <a:gd name="csX10" fmla="*/ 671887 w 1950722"/>
              <a:gd name="csY10" fmla="*/ 0 h 2557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950722" h="2557670">
                <a:moveTo>
                  <a:pt x="671887" y="0"/>
                </a:moveTo>
                <a:cubicBezTo>
                  <a:pt x="1378168" y="0"/>
                  <a:pt x="1950722" y="572554"/>
                  <a:pt x="1950722" y="1278835"/>
                </a:cubicBezTo>
                <a:cubicBezTo>
                  <a:pt x="1950722" y="1985116"/>
                  <a:pt x="1378168" y="2557670"/>
                  <a:pt x="671887" y="2557670"/>
                </a:cubicBezTo>
                <a:cubicBezTo>
                  <a:pt x="451174" y="2557670"/>
                  <a:pt x="243521" y="2501757"/>
                  <a:pt x="62318" y="2403322"/>
                </a:cubicBezTo>
                <a:lnTo>
                  <a:pt x="0" y="2365463"/>
                </a:lnTo>
                <a:lnTo>
                  <a:pt x="64993" y="2325978"/>
                </a:lnTo>
                <a:cubicBezTo>
                  <a:pt x="405165" y="2096162"/>
                  <a:pt x="628819" y="1706974"/>
                  <a:pt x="628819" y="1265548"/>
                </a:cubicBezTo>
                <a:cubicBezTo>
                  <a:pt x="628819" y="824123"/>
                  <a:pt x="405165" y="434934"/>
                  <a:pt x="64993" y="205118"/>
                </a:cubicBezTo>
                <a:lnTo>
                  <a:pt x="21871" y="178921"/>
                </a:lnTo>
                <a:lnTo>
                  <a:pt x="62318" y="154348"/>
                </a:lnTo>
                <a:cubicBezTo>
                  <a:pt x="243521" y="55914"/>
                  <a:pt x="451174" y="0"/>
                  <a:pt x="671887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7B9792-C32B-581F-405D-B9A97E2B4705}"/>
                  </a:ext>
                </a:extLst>
              </p:cNvPr>
              <p:cNvSpPr txBox="1"/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7B9792-C32B-581F-405D-B9A97E2B4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84" y="2031219"/>
                <a:ext cx="194605" cy="276999"/>
              </a:xfrm>
              <a:prstGeom prst="rect">
                <a:avLst/>
              </a:prstGeom>
              <a:blipFill>
                <a:blip r:embed="rId2"/>
                <a:stretch>
                  <a:fillRect l="-28125" r="-3125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02D8F59-5C3F-D00A-7480-D5AC1DB2A564}"/>
                  </a:ext>
                </a:extLst>
              </p:cNvPr>
              <p:cNvSpPr txBox="1"/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02D8F59-5C3F-D00A-7480-D5AC1DB2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492" y="2020304"/>
                <a:ext cx="204992" cy="276999"/>
              </a:xfrm>
              <a:prstGeom prst="rect">
                <a:avLst/>
              </a:prstGeom>
              <a:blipFill>
                <a:blip r:embed="rId3"/>
                <a:stretch>
                  <a:fillRect l="-26471" r="-26471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18A1079-53C2-6E13-25A4-6232FC508756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6753A9-5C0B-69C5-7EDC-4D0198691719}"/>
              </a:ext>
            </a:extLst>
          </p:cNvPr>
          <p:cNvSpPr txBox="1"/>
          <p:nvPr/>
        </p:nvSpPr>
        <p:spPr>
          <a:xfrm>
            <a:off x="5011271" y="5587225"/>
            <a:ext cx="6974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สรุป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 U B) = n(A) + n(B) – n(A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DF0BD-19DD-C395-AB2E-A7726B426EFE}"/>
              </a:ext>
            </a:extLst>
          </p:cNvPr>
          <p:cNvSpPr txBox="1"/>
          <p:nvPr/>
        </p:nvSpPr>
        <p:spPr>
          <a:xfrm>
            <a:off x="1359410" y="3429000"/>
            <a:ext cx="12343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57B05-05D3-75BC-C395-01D54BCFA2CA}"/>
              </a:ext>
            </a:extLst>
          </p:cNvPr>
          <p:cNvSpPr txBox="1"/>
          <p:nvPr/>
        </p:nvSpPr>
        <p:spPr>
          <a:xfrm>
            <a:off x="2470813" y="3429000"/>
            <a:ext cx="1298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1FB95-DF56-A9EF-2566-64BEF9CE35A2}"/>
              </a:ext>
            </a:extLst>
          </p:cNvPr>
          <p:cNvSpPr txBox="1"/>
          <p:nvPr/>
        </p:nvSpPr>
        <p:spPr>
          <a:xfrm>
            <a:off x="3723436" y="3429000"/>
            <a:ext cx="1712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961FE-0995-38C0-43FB-FDC11A776C94}"/>
              </a:ext>
            </a:extLst>
          </p:cNvPr>
          <p:cNvSpPr txBox="1"/>
          <p:nvPr/>
        </p:nvSpPr>
        <p:spPr>
          <a:xfrm>
            <a:off x="5173772" y="837604"/>
            <a:ext cx="6584971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ในแต่ละส่วนของแผนภาพ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th-TH" sz="20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(a + b) + (b + c)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b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89FFD0-BDE3-5941-B6FC-16645E5EECF9}"/>
              </a:ext>
            </a:extLst>
          </p:cNvPr>
          <p:cNvSpPr/>
          <p:nvPr/>
        </p:nvSpPr>
        <p:spPr>
          <a:xfrm>
            <a:off x="5517738" y="239149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10ABC5-1F25-0751-75BA-8E47BA7E8617}"/>
              </a:ext>
            </a:extLst>
          </p:cNvPr>
          <p:cNvSpPr/>
          <p:nvPr/>
        </p:nvSpPr>
        <p:spPr>
          <a:xfrm>
            <a:off x="6687710" y="238253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8B6F44-907C-E4D9-E594-8443B74BD67B}"/>
              </a:ext>
            </a:extLst>
          </p:cNvPr>
          <p:cNvSpPr/>
          <p:nvPr/>
        </p:nvSpPr>
        <p:spPr>
          <a:xfrm>
            <a:off x="5517738" y="2933213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B)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A1F7A3-346C-A547-378C-001CA36266F5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3C687C2-99B2-9900-F957-BE2B0CDC67C9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049DE82-3C2F-F914-474E-42EAD09CDC03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EFF8DFD-101A-2A21-AB2C-BDEB410EDB7B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84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1DF48-8B92-D701-CF57-D7F7F33D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F9C524F-1FE9-D254-DC8F-357280198E83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945C5-1C24-A957-F5B4-245FBC53A851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D89C7-6424-5F3B-F4C4-789C8D3AFDD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89F750-64A2-394E-5FBF-928E0C3C7FB9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9720DB-7EE5-8F82-9E1B-FA3C21C02E11}"/>
              </a:ext>
            </a:extLst>
          </p:cNvPr>
          <p:cNvGrpSpPr/>
          <p:nvPr/>
        </p:nvGrpSpPr>
        <p:grpSpPr>
          <a:xfrm>
            <a:off x="2137800" y="859865"/>
            <a:ext cx="1724969" cy="461665"/>
            <a:chOff x="96740" y="1202460"/>
            <a:chExt cx="1724969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C016FA2-E40A-BF26-63E5-B48B598A7AF0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CE3E579-3849-C5EE-6414-7B229503B46F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79B766D-67BC-DDD5-5BA6-00A9DAFEF871}"/>
              </a:ext>
            </a:extLst>
          </p:cNvPr>
          <p:cNvSpPr txBox="1"/>
          <p:nvPr/>
        </p:nvSpPr>
        <p:spPr>
          <a:xfrm>
            <a:off x="2137800" y="89799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BA3374-A4A8-F292-CD14-506853773D56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E978080-5D0E-7F76-EB2B-0487B03FEFF3}"/>
              </a:ext>
            </a:extLst>
          </p:cNvPr>
          <p:cNvSpPr/>
          <p:nvPr/>
        </p:nvSpPr>
        <p:spPr>
          <a:xfrm>
            <a:off x="206189" y="5449709"/>
            <a:ext cx="4473388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 U C) = a + b + c + d + e + f +g 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EE2DD365-F643-90F2-61F8-C57AB0925708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5F0AD-E3AF-9FFC-6877-64607BB6E6D0}"/>
              </a:ext>
            </a:extLst>
          </p:cNvPr>
          <p:cNvSpPr txBox="1"/>
          <p:nvPr/>
        </p:nvSpPr>
        <p:spPr>
          <a:xfrm>
            <a:off x="1226145" y="2638611"/>
            <a:ext cx="2592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56F39-F650-4125-5256-E65239D92B6C}"/>
              </a:ext>
            </a:extLst>
          </p:cNvPr>
          <p:cNvSpPr txBox="1"/>
          <p:nvPr/>
        </p:nvSpPr>
        <p:spPr>
          <a:xfrm>
            <a:off x="2148495" y="257498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33264-6923-4BFC-A296-F58B82542417}"/>
              </a:ext>
            </a:extLst>
          </p:cNvPr>
          <p:cNvSpPr txBox="1"/>
          <p:nvPr/>
        </p:nvSpPr>
        <p:spPr>
          <a:xfrm>
            <a:off x="3271570" y="2568595"/>
            <a:ext cx="4107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D84442-C2B9-EB1F-DDFB-C7F520988510}"/>
              </a:ext>
            </a:extLst>
          </p:cNvPr>
          <p:cNvSpPr txBox="1"/>
          <p:nvPr/>
        </p:nvSpPr>
        <p:spPr>
          <a:xfrm>
            <a:off x="4897007" y="815184"/>
            <a:ext cx="7192292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b, c, d, e, f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 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แทนจำนวนสมาชิกในแต่ละส่วนของแผนภาพ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CE2B43-A34E-1BEC-DB37-1411407423DC}"/>
              </a:ext>
            </a:extLst>
          </p:cNvPr>
          <p:cNvGrpSpPr/>
          <p:nvPr/>
        </p:nvGrpSpPr>
        <p:grpSpPr>
          <a:xfrm>
            <a:off x="616316" y="1508070"/>
            <a:ext cx="3552270" cy="3755098"/>
            <a:chOff x="5661660" y="932804"/>
            <a:chExt cx="3879573" cy="4101089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376659F-F98D-6817-72BD-93F210934DBE}"/>
                    </a:ext>
                  </a:extLst>
                </p:cNvPr>
                <p:cNvSpPr txBox="1"/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376659F-F98D-6817-72BD-93F210934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333" r="-3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B83AEDC-6D77-234B-C676-03D14D8171CA}"/>
                    </a:ext>
                  </a:extLst>
                </p:cNvPr>
                <p:cNvSpPr txBox="1"/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B83AEDC-6D77-234B-C676-03D14D8171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8710" r="-290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E8AF0DB-6DBF-C0D5-8B3F-8299BA181580}"/>
                </a:ext>
              </a:extLst>
            </p:cNvPr>
            <p:cNvSpPr/>
            <p:nvPr/>
          </p:nvSpPr>
          <p:spPr>
            <a:xfrm>
              <a:off x="5661660" y="1317983"/>
              <a:ext cx="1950722" cy="2419066"/>
            </a:xfrm>
            <a:custGeom>
              <a:avLst/>
              <a:gdLst>
                <a:gd name="csX0" fmla="*/ 1278835 w 1950722"/>
                <a:gd name="csY0" fmla="*/ 0 h 2419066"/>
                <a:gd name="csX1" fmla="*/ 1888404 w 1950722"/>
                <a:gd name="csY1" fmla="*/ 154348 h 2419066"/>
                <a:gd name="csX2" fmla="*/ 1950722 w 1950722"/>
                <a:gd name="csY2" fmla="*/ 192208 h 2419066"/>
                <a:gd name="csX3" fmla="*/ 1885729 w 1950722"/>
                <a:gd name="csY3" fmla="*/ 231692 h 2419066"/>
                <a:gd name="csX4" fmla="*/ 1321903 w 1950722"/>
                <a:gd name="csY4" fmla="*/ 1292122 h 2419066"/>
                <a:gd name="csX5" fmla="*/ 1324346 w 1950722"/>
                <a:gd name="csY5" fmla="*/ 1340510 h 2419066"/>
                <a:gd name="csX6" fmla="*/ 1264866 w 1950722"/>
                <a:gd name="csY6" fmla="*/ 1376645 h 2419066"/>
                <a:gd name="csX7" fmla="*/ 707642 w 1950722"/>
                <a:gd name="csY7" fmla="*/ 2306322 h 2419066"/>
                <a:gd name="csX8" fmla="*/ 701950 w 1950722"/>
                <a:gd name="csY8" fmla="*/ 2419066 h 2419066"/>
                <a:gd name="csX9" fmla="*/ 669266 w 1950722"/>
                <a:gd name="csY9" fmla="*/ 2403322 h 2419066"/>
                <a:gd name="csX10" fmla="*/ 0 w 1950722"/>
                <a:gd name="csY10" fmla="*/ 1278835 h 2419066"/>
                <a:gd name="csX11" fmla="*/ 1278835 w 1950722"/>
                <a:gd name="csY11" fmla="*/ 0 h 2419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50722" h="2419066">
                  <a:moveTo>
                    <a:pt x="1278835" y="0"/>
                  </a:moveTo>
                  <a:cubicBezTo>
                    <a:pt x="1499548" y="0"/>
                    <a:pt x="1707202" y="55914"/>
                    <a:pt x="1888404" y="154348"/>
                  </a:cubicBezTo>
                  <a:lnTo>
                    <a:pt x="1950722" y="192208"/>
                  </a:lnTo>
                  <a:lnTo>
                    <a:pt x="1885729" y="231692"/>
                  </a:lnTo>
                  <a:cubicBezTo>
                    <a:pt x="1545557" y="461508"/>
                    <a:pt x="1321903" y="850697"/>
                    <a:pt x="1321903" y="1292122"/>
                  </a:cubicBezTo>
                  <a:lnTo>
                    <a:pt x="1324346" y="1340510"/>
                  </a:lnTo>
                  <a:lnTo>
                    <a:pt x="1264866" y="1376645"/>
                  </a:lnTo>
                  <a:cubicBezTo>
                    <a:pt x="958711" y="1583479"/>
                    <a:pt x="746936" y="1919406"/>
                    <a:pt x="707642" y="2306322"/>
                  </a:cubicBezTo>
                  <a:lnTo>
                    <a:pt x="701950" y="2419066"/>
                  </a:lnTo>
                  <a:lnTo>
                    <a:pt x="669266" y="2403322"/>
                  </a:lnTo>
                  <a:cubicBezTo>
                    <a:pt x="270621" y="2186765"/>
                    <a:pt x="0" y="1764403"/>
                    <a:pt x="0" y="1278835"/>
                  </a:cubicBezTo>
                  <a:cubicBezTo>
                    <a:pt x="0" y="572554"/>
                    <a:pt x="572554" y="0"/>
                    <a:pt x="1278835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E5F63A-7996-64C5-D914-E66DF219216A}"/>
                </a:ext>
              </a:extLst>
            </p:cNvPr>
            <p:cNvSpPr/>
            <p:nvPr/>
          </p:nvSpPr>
          <p:spPr>
            <a:xfrm>
              <a:off x="7612382" y="1331270"/>
              <a:ext cx="1928851" cy="2375401"/>
            </a:xfrm>
            <a:custGeom>
              <a:avLst/>
              <a:gdLst>
                <a:gd name="csX0" fmla="*/ 650016 w 1928851"/>
                <a:gd name="csY0" fmla="*/ 0 h 2375401"/>
                <a:gd name="csX1" fmla="*/ 1928851 w 1928851"/>
                <a:gd name="csY1" fmla="*/ 1278835 h 2375401"/>
                <a:gd name="csX2" fmla="*/ 1365025 w 1928851"/>
                <a:gd name="csY2" fmla="*/ 2339265 h 2375401"/>
                <a:gd name="csX3" fmla="*/ 1305545 w 1928851"/>
                <a:gd name="csY3" fmla="*/ 2375401 h 2375401"/>
                <a:gd name="csX4" fmla="*/ 1301386 w 1928851"/>
                <a:gd name="csY4" fmla="*/ 2293035 h 2375401"/>
                <a:gd name="csX5" fmla="*/ 638722 w 1928851"/>
                <a:gd name="csY5" fmla="*/ 1299301 h 2375401"/>
                <a:gd name="csX6" fmla="*/ 606039 w 1928851"/>
                <a:gd name="csY6" fmla="*/ 1283557 h 2375401"/>
                <a:gd name="csX7" fmla="*/ 606948 w 1928851"/>
                <a:gd name="csY7" fmla="*/ 1265548 h 2375401"/>
                <a:gd name="csX8" fmla="*/ 43122 w 1928851"/>
                <a:gd name="csY8" fmla="*/ 205118 h 2375401"/>
                <a:gd name="csX9" fmla="*/ 0 w 1928851"/>
                <a:gd name="csY9" fmla="*/ 178921 h 2375401"/>
                <a:gd name="csX10" fmla="*/ 40447 w 1928851"/>
                <a:gd name="csY10" fmla="*/ 154348 h 2375401"/>
                <a:gd name="csX11" fmla="*/ 650016 w 1928851"/>
                <a:gd name="csY11" fmla="*/ 0 h 2375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28851" h="2375401">
                  <a:moveTo>
                    <a:pt x="650016" y="0"/>
                  </a:moveTo>
                  <a:cubicBezTo>
                    <a:pt x="1356297" y="0"/>
                    <a:pt x="1928851" y="572554"/>
                    <a:pt x="1928851" y="1278835"/>
                  </a:cubicBezTo>
                  <a:cubicBezTo>
                    <a:pt x="1928851" y="1720261"/>
                    <a:pt x="1705197" y="2109449"/>
                    <a:pt x="1365025" y="2339265"/>
                  </a:cubicBezTo>
                  <a:lnTo>
                    <a:pt x="1305545" y="2375401"/>
                  </a:lnTo>
                  <a:lnTo>
                    <a:pt x="1301386" y="2293035"/>
                  </a:lnTo>
                  <a:cubicBezTo>
                    <a:pt x="1257726" y="1863128"/>
                    <a:pt x="1001126" y="1496172"/>
                    <a:pt x="638722" y="1299301"/>
                  </a:cubicBezTo>
                  <a:lnTo>
                    <a:pt x="606039" y="1283557"/>
                  </a:lnTo>
                  <a:lnTo>
                    <a:pt x="606948" y="1265548"/>
                  </a:lnTo>
                  <a:cubicBezTo>
                    <a:pt x="606948" y="824123"/>
                    <a:pt x="383294" y="434934"/>
                    <a:pt x="43122" y="205118"/>
                  </a:cubicBezTo>
                  <a:lnTo>
                    <a:pt x="0" y="178921"/>
                  </a:lnTo>
                  <a:lnTo>
                    <a:pt x="40447" y="154348"/>
                  </a:lnTo>
                  <a:cubicBezTo>
                    <a:pt x="221650" y="55914"/>
                    <a:pt x="429303" y="0"/>
                    <a:pt x="65001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EADF96-AB38-D09A-1806-EC42FB059E9A}"/>
                </a:ext>
              </a:extLst>
            </p:cNvPr>
            <p:cNvSpPr/>
            <p:nvPr/>
          </p:nvSpPr>
          <p:spPr>
            <a:xfrm>
              <a:off x="6986006" y="2476223"/>
              <a:ext cx="1232415" cy="1220510"/>
            </a:xfrm>
            <a:custGeom>
              <a:avLst/>
              <a:gdLst>
                <a:gd name="csX0" fmla="*/ 655529 w 1232415"/>
                <a:gd name="csY0" fmla="*/ 0 h 1220510"/>
                <a:gd name="csX1" fmla="*/ 1153309 w 1232415"/>
                <a:gd name="csY1" fmla="*/ 100497 h 1220510"/>
                <a:gd name="csX2" fmla="*/ 1232415 w 1232415"/>
                <a:gd name="csY2" fmla="*/ 138604 h 1220510"/>
                <a:gd name="csX3" fmla="*/ 1226722 w 1232415"/>
                <a:gd name="csY3" fmla="*/ 251348 h 1220510"/>
                <a:gd name="csX4" fmla="*/ 669498 w 1232415"/>
                <a:gd name="csY4" fmla="*/ 1181025 h 1220510"/>
                <a:gd name="csX5" fmla="*/ 604505 w 1232415"/>
                <a:gd name="csY5" fmla="*/ 1220510 h 1220510"/>
                <a:gd name="csX6" fmla="*/ 561383 w 1232415"/>
                <a:gd name="csY6" fmla="*/ 1194312 h 1220510"/>
                <a:gd name="csX7" fmla="*/ 4159 w 1232415"/>
                <a:gd name="csY7" fmla="*/ 264635 h 1220510"/>
                <a:gd name="csX8" fmla="*/ 0 w 1232415"/>
                <a:gd name="csY8" fmla="*/ 182270 h 1220510"/>
                <a:gd name="csX9" fmla="*/ 45960 w 1232415"/>
                <a:gd name="csY9" fmla="*/ 154348 h 1220510"/>
                <a:gd name="csX10" fmla="*/ 655529 w 1232415"/>
                <a:gd name="csY10" fmla="*/ 0 h 122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2415" h="1220510">
                  <a:moveTo>
                    <a:pt x="655529" y="0"/>
                  </a:moveTo>
                  <a:cubicBezTo>
                    <a:pt x="832099" y="0"/>
                    <a:pt x="1000312" y="35785"/>
                    <a:pt x="1153309" y="100497"/>
                  </a:cubicBezTo>
                  <a:lnTo>
                    <a:pt x="1232415" y="138604"/>
                  </a:lnTo>
                  <a:lnTo>
                    <a:pt x="1226722" y="251348"/>
                  </a:lnTo>
                  <a:cubicBezTo>
                    <a:pt x="1187428" y="638265"/>
                    <a:pt x="975653" y="974191"/>
                    <a:pt x="669498" y="1181025"/>
                  </a:cubicBezTo>
                  <a:lnTo>
                    <a:pt x="604505" y="1220510"/>
                  </a:lnTo>
                  <a:lnTo>
                    <a:pt x="561383" y="1194312"/>
                  </a:lnTo>
                  <a:cubicBezTo>
                    <a:pt x="255228" y="987478"/>
                    <a:pt x="43453" y="651552"/>
                    <a:pt x="4159" y="264635"/>
                  </a:cubicBezTo>
                  <a:lnTo>
                    <a:pt x="0" y="182270"/>
                  </a:lnTo>
                  <a:lnTo>
                    <a:pt x="45960" y="154348"/>
                  </a:lnTo>
                  <a:cubicBezTo>
                    <a:pt x="227163" y="55914"/>
                    <a:pt x="434816" y="0"/>
                    <a:pt x="655529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82F0B22-BEED-C231-CF69-D22A0CDFEB0E}"/>
                </a:ext>
              </a:extLst>
            </p:cNvPr>
            <p:cNvSpPr/>
            <p:nvPr/>
          </p:nvSpPr>
          <p:spPr>
            <a:xfrm>
              <a:off x="6362699" y="3696733"/>
              <a:ext cx="2557670" cy="1337160"/>
            </a:xfrm>
            <a:custGeom>
              <a:avLst/>
              <a:gdLst>
                <a:gd name="csX0" fmla="*/ 1227811 w 2557670"/>
                <a:gd name="csY0" fmla="*/ 0 h 1337160"/>
                <a:gd name="csX1" fmla="*/ 1290129 w 2557670"/>
                <a:gd name="csY1" fmla="*/ 37859 h 1337160"/>
                <a:gd name="csX2" fmla="*/ 1899698 w 2557670"/>
                <a:gd name="csY2" fmla="*/ 192207 h 1337160"/>
                <a:gd name="csX3" fmla="*/ 2509267 w 2557670"/>
                <a:gd name="csY3" fmla="*/ 37859 h 1337160"/>
                <a:gd name="csX4" fmla="*/ 2555227 w 2557670"/>
                <a:gd name="csY4" fmla="*/ 9938 h 1337160"/>
                <a:gd name="csX5" fmla="*/ 2557670 w 2557670"/>
                <a:gd name="csY5" fmla="*/ 58325 h 1337160"/>
                <a:gd name="csX6" fmla="*/ 1278835 w 2557670"/>
                <a:gd name="csY6" fmla="*/ 1337160 h 1337160"/>
                <a:gd name="csX7" fmla="*/ 0 w 2557670"/>
                <a:gd name="csY7" fmla="*/ 58325 h 1337160"/>
                <a:gd name="csX8" fmla="*/ 910 w 2557670"/>
                <a:gd name="csY8" fmla="*/ 40316 h 1337160"/>
                <a:gd name="csX9" fmla="*/ 80015 w 2557670"/>
                <a:gd name="csY9" fmla="*/ 78423 h 1337160"/>
                <a:gd name="csX10" fmla="*/ 577795 w 2557670"/>
                <a:gd name="csY10" fmla="*/ 178920 h 1337160"/>
                <a:gd name="csX11" fmla="*/ 1187364 w 2557670"/>
                <a:gd name="csY11" fmla="*/ 24572 h 1337160"/>
                <a:gd name="csX12" fmla="*/ 1227811 w 2557670"/>
                <a:gd name="csY12" fmla="*/ 0 h 133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57670" h="1337160">
                  <a:moveTo>
                    <a:pt x="1227811" y="0"/>
                  </a:moveTo>
                  <a:lnTo>
                    <a:pt x="1290129" y="37859"/>
                  </a:lnTo>
                  <a:cubicBezTo>
                    <a:pt x="1471332" y="136294"/>
                    <a:pt x="1678985" y="192207"/>
                    <a:pt x="1899698" y="192207"/>
                  </a:cubicBezTo>
                  <a:cubicBezTo>
                    <a:pt x="2120411" y="192207"/>
                    <a:pt x="2328064" y="136294"/>
                    <a:pt x="2509267" y="37859"/>
                  </a:cubicBezTo>
                  <a:lnTo>
                    <a:pt x="2555227" y="9938"/>
                  </a:lnTo>
                  <a:lnTo>
                    <a:pt x="2557670" y="58325"/>
                  </a:lnTo>
                  <a:cubicBezTo>
                    <a:pt x="2557670" y="764606"/>
                    <a:pt x="1985116" y="1337160"/>
                    <a:pt x="1278835" y="1337160"/>
                  </a:cubicBezTo>
                  <a:cubicBezTo>
                    <a:pt x="572554" y="1337160"/>
                    <a:pt x="0" y="764606"/>
                    <a:pt x="0" y="58325"/>
                  </a:cubicBezTo>
                  <a:lnTo>
                    <a:pt x="910" y="40316"/>
                  </a:lnTo>
                  <a:lnTo>
                    <a:pt x="80015" y="78423"/>
                  </a:lnTo>
                  <a:cubicBezTo>
                    <a:pt x="233013" y="143136"/>
                    <a:pt x="401225" y="178920"/>
                    <a:pt x="577795" y="178920"/>
                  </a:cubicBezTo>
                  <a:cubicBezTo>
                    <a:pt x="798508" y="178920"/>
                    <a:pt x="1006162" y="123007"/>
                    <a:pt x="1187364" y="24572"/>
                  </a:cubicBezTo>
                  <a:lnTo>
                    <a:pt x="1227811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15113E-7E09-8B03-46F1-2CF5E034B593}"/>
                </a:ext>
              </a:extLst>
            </p:cNvPr>
            <p:cNvSpPr/>
            <p:nvPr/>
          </p:nvSpPr>
          <p:spPr>
            <a:xfrm>
              <a:off x="6983563" y="1510191"/>
              <a:ext cx="1235767" cy="1148302"/>
            </a:xfrm>
            <a:custGeom>
              <a:avLst/>
              <a:gdLst>
                <a:gd name="csX0" fmla="*/ 628819 w 1235767"/>
                <a:gd name="csY0" fmla="*/ 0 h 1148302"/>
                <a:gd name="csX1" fmla="*/ 671941 w 1235767"/>
                <a:gd name="csY1" fmla="*/ 26197 h 1148302"/>
                <a:gd name="csX2" fmla="*/ 1235767 w 1235767"/>
                <a:gd name="csY2" fmla="*/ 1086627 h 1148302"/>
                <a:gd name="csX3" fmla="*/ 1234858 w 1235767"/>
                <a:gd name="csY3" fmla="*/ 1104636 h 1148302"/>
                <a:gd name="csX4" fmla="*/ 1155752 w 1235767"/>
                <a:gd name="csY4" fmla="*/ 1066529 h 1148302"/>
                <a:gd name="csX5" fmla="*/ 657972 w 1235767"/>
                <a:gd name="csY5" fmla="*/ 966032 h 1148302"/>
                <a:gd name="csX6" fmla="*/ 48403 w 1235767"/>
                <a:gd name="csY6" fmla="*/ 1120380 h 1148302"/>
                <a:gd name="csX7" fmla="*/ 2443 w 1235767"/>
                <a:gd name="csY7" fmla="*/ 1148302 h 1148302"/>
                <a:gd name="csX8" fmla="*/ 0 w 1235767"/>
                <a:gd name="csY8" fmla="*/ 1099914 h 1148302"/>
                <a:gd name="csX9" fmla="*/ 563826 w 1235767"/>
                <a:gd name="csY9" fmla="*/ 39484 h 1148302"/>
                <a:gd name="csX10" fmla="*/ 628819 w 1235767"/>
                <a:gd name="csY10" fmla="*/ 0 h 1148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5767" h="1148302">
                  <a:moveTo>
                    <a:pt x="628819" y="0"/>
                  </a:moveTo>
                  <a:lnTo>
                    <a:pt x="671941" y="26197"/>
                  </a:lnTo>
                  <a:cubicBezTo>
                    <a:pt x="1012113" y="256013"/>
                    <a:pt x="1235767" y="645202"/>
                    <a:pt x="1235767" y="1086627"/>
                  </a:cubicBezTo>
                  <a:lnTo>
                    <a:pt x="1234858" y="1104636"/>
                  </a:lnTo>
                  <a:lnTo>
                    <a:pt x="1155752" y="1066529"/>
                  </a:lnTo>
                  <a:cubicBezTo>
                    <a:pt x="1002755" y="1001817"/>
                    <a:pt x="834542" y="966032"/>
                    <a:pt x="657972" y="966032"/>
                  </a:cubicBezTo>
                  <a:cubicBezTo>
                    <a:pt x="437259" y="966032"/>
                    <a:pt x="229606" y="1021946"/>
                    <a:pt x="48403" y="1120380"/>
                  </a:cubicBezTo>
                  <a:lnTo>
                    <a:pt x="2443" y="1148302"/>
                  </a:lnTo>
                  <a:lnTo>
                    <a:pt x="0" y="1099914"/>
                  </a:lnTo>
                  <a:cubicBezTo>
                    <a:pt x="0" y="658489"/>
                    <a:pt x="223654" y="269300"/>
                    <a:pt x="563826" y="39484"/>
                  </a:cubicBezTo>
                  <a:lnTo>
                    <a:pt x="628819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6E9179-B60C-CE58-B9FE-BEC6B2DAEEF3}"/>
                </a:ext>
              </a:extLst>
            </p:cNvPr>
            <p:cNvSpPr/>
            <p:nvPr/>
          </p:nvSpPr>
          <p:spPr>
            <a:xfrm>
              <a:off x="7590511" y="2614827"/>
              <a:ext cx="1327416" cy="1274113"/>
            </a:xfrm>
            <a:custGeom>
              <a:avLst/>
              <a:gdLst>
                <a:gd name="csX0" fmla="*/ 627910 w 1327416"/>
                <a:gd name="csY0" fmla="*/ 0 h 1274113"/>
                <a:gd name="csX1" fmla="*/ 660593 w 1327416"/>
                <a:gd name="csY1" fmla="*/ 15744 h 1274113"/>
                <a:gd name="csX2" fmla="*/ 1323257 w 1327416"/>
                <a:gd name="csY2" fmla="*/ 1009478 h 1274113"/>
                <a:gd name="csX3" fmla="*/ 1327416 w 1327416"/>
                <a:gd name="csY3" fmla="*/ 1091844 h 1274113"/>
                <a:gd name="csX4" fmla="*/ 1281456 w 1327416"/>
                <a:gd name="csY4" fmla="*/ 1119765 h 1274113"/>
                <a:gd name="csX5" fmla="*/ 671887 w 1327416"/>
                <a:gd name="csY5" fmla="*/ 1274113 h 1274113"/>
                <a:gd name="csX6" fmla="*/ 62318 w 1327416"/>
                <a:gd name="csY6" fmla="*/ 1119765 h 1274113"/>
                <a:gd name="csX7" fmla="*/ 0 w 1327416"/>
                <a:gd name="csY7" fmla="*/ 1081906 h 1274113"/>
                <a:gd name="csX8" fmla="*/ 64993 w 1327416"/>
                <a:gd name="csY8" fmla="*/ 1042421 h 1274113"/>
                <a:gd name="csX9" fmla="*/ 622217 w 1327416"/>
                <a:gd name="csY9" fmla="*/ 112744 h 1274113"/>
                <a:gd name="csX10" fmla="*/ 627910 w 1327416"/>
                <a:gd name="csY10" fmla="*/ 0 h 1274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7416" h="1274113">
                  <a:moveTo>
                    <a:pt x="627910" y="0"/>
                  </a:moveTo>
                  <a:lnTo>
                    <a:pt x="660593" y="15744"/>
                  </a:lnTo>
                  <a:cubicBezTo>
                    <a:pt x="1022997" y="212615"/>
                    <a:pt x="1279597" y="579571"/>
                    <a:pt x="1323257" y="1009478"/>
                  </a:cubicBezTo>
                  <a:lnTo>
                    <a:pt x="1327416" y="1091844"/>
                  </a:lnTo>
                  <a:lnTo>
                    <a:pt x="1281456" y="1119765"/>
                  </a:lnTo>
                  <a:cubicBezTo>
                    <a:pt x="1100253" y="1218200"/>
                    <a:pt x="892600" y="1274113"/>
                    <a:pt x="671887" y="1274113"/>
                  </a:cubicBezTo>
                  <a:cubicBezTo>
                    <a:pt x="451174" y="1274113"/>
                    <a:pt x="243521" y="1218200"/>
                    <a:pt x="62318" y="1119765"/>
                  </a:cubicBezTo>
                  <a:lnTo>
                    <a:pt x="0" y="1081906"/>
                  </a:lnTo>
                  <a:lnTo>
                    <a:pt x="64993" y="1042421"/>
                  </a:lnTo>
                  <a:cubicBezTo>
                    <a:pt x="371148" y="835587"/>
                    <a:pt x="582923" y="499661"/>
                    <a:pt x="622217" y="112744"/>
                  </a:cubicBezTo>
                  <a:lnTo>
                    <a:pt x="627910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EFEE364-EFEE-1375-7938-490B2DDFC6AB}"/>
                </a:ext>
              </a:extLst>
            </p:cNvPr>
            <p:cNvSpPr/>
            <p:nvPr/>
          </p:nvSpPr>
          <p:spPr>
            <a:xfrm>
              <a:off x="6363610" y="2658493"/>
              <a:ext cx="1226901" cy="1217160"/>
            </a:xfrm>
            <a:custGeom>
              <a:avLst/>
              <a:gdLst>
                <a:gd name="csX0" fmla="*/ 622396 w 1226901"/>
                <a:gd name="csY0" fmla="*/ 0 h 1217160"/>
                <a:gd name="csX1" fmla="*/ 626555 w 1226901"/>
                <a:gd name="csY1" fmla="*/ 82365 h 1217160"/>
                <a:gd name="csX2" fmla="*/ 1183779 w 1226901"/>
                <a:gd name="csY2" fmla="*/ 1012042 h 1217160"/>
                <a:gd name="csX3" fmla="*/ 1226901 w 1226901"/>
                <a:gd name="csY3" fmla="*/ 1038240 h 1217160"/>
                <a:gd name="csX4" fmla="*/ 1186454 w 1226901"/>
                <a:gd name="csY4" fmla="*/ 1062812 h 1217160"/>
                <a:gd name="csX5" fmla="*/ 576885 w 1226901"/>
                <a:gd name="csY5" fmla="*/ 1217160 h 1217160"/>
                <a:gd name="csX6" fmla="*/ 79105 w 1226901"/>
                <a:gd name="csY6" fmla="*/ 1116663 h 1217160"/>
                <a:gd name="csX7" fmla="*/ 0 w 1226901"/>
                <a:gd name="csY7" fmla="*/ 1078556 h 1217160"/>
                <a:gd name="csX8" fmla="*/ 5692 w 1226901"/>
                <a:gd name="csY8" fmla="*/ 965812 h 1217160"/>
                <a:gd name="csX9" fmla="*/ 562916 w 1226901"/>
                <a:gd name="csY9" fmla="*/ 36135 h 1217160"/>
                <a:gd name="csX10" fmla="*/ 622396 w 1226901"/>
                <a:gd name="csY10" fmla="*/ 0 h 121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26901" h="1217160">
                  <a:moveTo>
                    <a:pt x="622396" y="0"/>
                  </a:moveTo>
                  <a:lnTo>
                    <a:pt x="626555" y="82365"/>
                  </a:lnTo>
                  <a:cubicBezTo>
                    <a:pt x="665849" y="469282"/>
                    <a:pt x="877624" y="805208"/>
                    <a:pt x="1183779" y="1012042"/>
                  </a:cubicBezTo>
                  <a:lnTo>
                    <a:pt x="1226901" y="1038240"/>
                  </a:lnTo>
                  <a:lnTo>
                    <a:pt x="1186454" y="1062812"/>
                  </a:lnTo>
                  <a:cubicBezTo>
                    <a:pt x="1005252" y="1161247"/>
                    <a:pt x="797598" y="1217160"/>
                    <a:pt x="576885" y="1217160"/>
                  </a:cubicBezTo>
                  <a:cubicBezTo>
                    <a:pt x="400315" y="1217160"/>
                    <a:pt x="232103" y="1181376"/>
                    <a:pt x="79105" y="1116663"/>
                  </a:cubicBezTo>
                  <a:lnTo>
                    <a:pt x="0" y="1078556"/>
                  </a:lnTo>
                  <a:lnTo>
                    <a:pt x="5692" y="965812"/>
                  </a:lnTo>
                  <a:cubicBezTo>
                    <a:pt x="44986" y="578896"/>
                    <a:pt x="256761" y="242969"/>
                    <a:pt x="562916" y="36135"/>
                  </a:cubicBezTo>
                  <a:lnTo>
                    <a:pt x="622396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A38AAE4-B56E-1104-C5D9-D50CE30F1446}"/>
                    </a:ext>
                  </a:extLst>
                </p:cNvPr>
                <p:cNvSpPr txBox="1"/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A38AAE4-B56E-1104-C5D9-D50CE30F1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3333" r="-3333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E76365A-F348-E882-F14D-F2CEF07F1080}"/>
              </a:ext>
            </a:extLst>
          </p:cNvPr>
          <p:cNvSpPr txBox="1"/>
          <p:nvPr/>
        </p:nvSpPr>
        <p:spPr>
          <a:xfrm>
            <a:off x="1544142" y="3641777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8C875D-7160-AC93-17B1-00E1F1804BFB}"/>
              </a:ext>
            </a:extLst>
          </p:cNvPr>
          <p:cNvSpPr txBox="1"/>
          <p:nvPr/>
        </p:nvSpPr>
        <p:spPr>
          <a:xfrm>
            <a:off x="2192906" y="328286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9BB1EA-A383-8F02-A9D6-17E6A67C9F79}"/>
              </a:ext>
            </a:extLst>
          </p:cNvPr>
          <p:cNvSpPr txBox="1"/>
          <p:nvPr/>
        </p:nvSpPr>
        <p:spPr>
          <a:xfrm>
            <a:off x="2927391" y="3650566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D5F605-6927-0EE8-C3C9-F0A376D9FFA4}"/>
              </a:ext>
            </a:extLst>
          </p:cNvPr>
          <p:cNvSpPr txBox="1"/>
          <p:nvPr/>
        </p:nvSpPr>
        <p:spPr>
          <a:xfrm>
            <a:off x="2148495" y="4439575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6C28BD7-11B8-4E7C-F198-294264707658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1267106-A089-F1BE-8579-54EE074D203B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EE00C0D7-3DA4-13A4-73F3-24ADFBF9D9E0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C95231A-73DC-7D6D-6C7D-714C8AB81F7D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C4F1472E-D1B2-A1FC-C509-CDA02BC59257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904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72DD3-3AA5-C8A9-4EA3-DECCA59E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BE1FAB1-9510-07E3-54F5-01C13EE56491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6867F-AC85-7042-261A-774DD1187D14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D6551-76A3-1C15-48CE-D4BA1A49409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0CA6A8-C82B-D188-7F7E-6EC991B1357D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0A9D92F-B0EA-2798-2296-D2415D9264C5}"/>
              </a:ext>
            </a:extLst>
          </p:cNvPr>
          <p:cNvGrpSpPr/>
          <p:nvPr/>
        </p:nvGrpSpPr>
        <p:grpSpPr>
          <a:xfrm>
            <a:off x="2137800" y="859865"/>
            <a:ext cx="1724969" cy="461665"/>
            <a:chOff x="96740" y="1202460"/>
            <a:chExt cx="1724969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E8F1601-EF05-FAB6-EDB9-5932C12A2BE9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9CF752E-5FAA-380A-BAD1-2496C839A85D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8C91A93-4B76-F39F-54D7-C6AF8AEDAE5D}"/>
              </a:ext>
            </a:extLst>
          </p:cNvPr>
          <p:cNvSpPr txBox="1"/>
          <p:nvPr/>
        </p:nvSpPr>
        <p:spPr>
          <a:xfrm>
            <a:off x="2137800" y="89799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BBC740-073F-6106-D481-7C4DC8EECEB8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B97620B-32E1-6288-C577-BE46B0F310A0}"/>
              </a:ext>
            </a:extLst>
          </p:cNvPr>
          <p:cNvSpPr/>
          <p:nvPr/>
        </p:nvSpPr>
        <p:spPr>
          <a:xfrm>
            <a:off x="206189" y="5449709"/>
            <a:ext cx="4473388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 U C) = a + b + c + d + e + f +g 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A1A4EA8-4ED3-B409-1683-70E198571795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F7452-C4D1-8C0B-F04F-C06E300EC139}"/>
              </a:ext>
            </a:extLst>
          </p:cNvPr>
          <p:cNvSpPr txBox="1"/>
          <p:nvPr/>
        </p:nvSpPr>
        <p:spPr>
          <a:xfrm>
            <a:off x="1226145" y="2638611"/>
            <a:ext cx="2592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7A167-C239-3D28-698A-1FAAA0048DC8}"/>
              </a:ext>
            </a:extLst>
          </p:cNvPr>
          <p:cNvSpPr txBox="1"/>
          <p:nvPr/>
        </p:nvSpPr>
        <p:spPr>
          <a:xfrm>
            <a:off x="2148495" y="257498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141B7-8E86-3DE4-BBA4-B4FD25DFE0AA}"/>
              </a:ext>
            </a:extLst>
          </p:cNvPr>
          <p:cNvSpPr txBox="1"/>
          <p:nvPr/>
        </p:nvSpPr>
        <p:spPr>
          <a:xfrm>
            <a:off x="3271570" y="2568595"/>
            <a:ext cx="4107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68FCB3-4C06-18AA-4655-8C0A212AE8C0}"/>
              </a:ext>
            </a:extLst>
          </p:cNvPr>
          <p:cNvSpPr txBox="1"/>
          <p:nvPr/>
        </p:nvSpPr>
        <p:spPr>
          <a:xfrm>
            <a:off x="4897007" y="815184"/>
            <a:ext cx="719229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b, c, d, e, f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 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แทนจำนวนสมาชิกในแต่ละส่วนของแผนภาพ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= (a + b + d + e) + (b + c + e + f) + (d + e +f + g)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5542891-11FA-4947-6D77-0C57D7F87760}"/>
              </a:ext>
            </a:extLst>
          </p:cNvPr>
          <p:cNvGrpSpPr/>
          <p:nvPr/>
        </p:nvGrpSpPr>
        <p:grpSpPr>
          <a:xfrm>
            <a:off x="616316" y="1508070"/>
            <a:ext cx="3552270" cy="3755098"/>
            <a:chOff x="5661660" y="932804"/>
            <a:chExt cx="3879573" cy="4101089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71073D9-D8B3-D534-9868-F9C637F5EEF0}"/>
                    </a:ext>
                  </a:extLst>
                </p:cNvPr>
                <p:cNvSpPr txBox="1"/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71073D9-D8B3-D534-9868-F9C637F5E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333" r="-3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DF4CAA-33F9-C02A-9970-62DB2F04C215}"/>
                    </a:ext>
                  </a:extLst>
                </p:cNvPr>
                <p:cNvSpPr txBox="1"/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DF4CAA-33F9-C02A-9970-62DB2F04C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8710" r="-290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E6008D4-52A2-1585-38BC-65777F06B583}"/>
                </a:ext>
              </a:extLst>
            </p:cNvPr>
            <p:cNvSpPr/>
            <p:nvPr/>
          </p:nvSpPr>
          <p:spPr>
            <a:xfrm>
              <a:off x="5661660" y="1317983"/>
              <a:ext cx="1950722" cy="2419066"/>
            </a:xfrm>
            <a:custGeom>
              <a:avLst/>
              <a:gdLst>
                <a:gd name="csX0" fmla="*/ 1278835 w 1950722"/>
                <a:gd name="csY0" fmla="*/ 0 h 2419066"/>
                <a:gd name="csX1" fmla="*/ 1888404 w 1950722"/>
                <a:gd name="csY1" fmla="*/ 154348 h 2419066"/>
                <a:gd name="csX2" fmla="*/ 1950722 w 1950722"/>
                <a:gd name="csY2" fmla="*/ 192208 h 2419066"/>
                <a:gd name="csX3" fmla="*/ 1885729 w 1950722"/>
                <a:gd name="csY3" fmla="*/ 231692 h 2419066"/>
                <a:gd name="csX4" fmla="*/ 1321903 w 1950722"/>
                <a:gd name="csY4" fmla="*/ 1292122 h 2419066"/>
                <a:gd name="csX5" fmla="*/ 1324346 w 1950722"/>
                <a:gd name="csY5" fmla="*/ 1340510 h 2419066"/>
                <a:gd name="csX6" fmla="*/ 1264866 w 1950722"/>
                <a:gd name="csY6" fmla="*/ 1376645 h 2419066"/>
                <a:gd name="csX7" fmla="*/ 707642 w 1950722"/>
                <a:gd name="csY7" fmla="*/ 2306322 h 2419066"/>
                <a:gd name="csX8" fmla="*/ 701950 w 1950722"/>
                <a:gd name="csY8" fmla="*/ 2419066 h 2419066"/>
                <a:gd name="csX9" fmla="*/ 669266 w 1950722"/>
                <a:gd name="csY9" fmla="*/ 2403322 h 2419066"/>
                <a:gd name="csX10" fmla="*/ 0 w 1950722"/>
                <a:gd name="csY10" fmla="*/ 1278835 h 2419066"/>
                <a:gd name="csX11" fmla="*/ 1278835 w 1950722"/>
                <a:gd name="csY11" fmla="*/ 0 h 2419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50722" h="2419066">
                  <a:moveTo>
                    <a:pt x="1278835" y="0"/>
                  </a:moveTo>
                  <a:cubicBezTo>
                    <a:pt x="1499548" y="0"/>
                    <a:pt x="1707202" y="55914"/>
                    <a:pt x="1888404" y="154348"/>
                  </a:cubicBezTo>
                  <a:lnTo>
                    <a:pt x="1950722" y="192208"/>
                  </a:lnTo>
                  <a:lnTo>
                    <a:pt x="1885729" y="231692"/>
                  </a:lnTo>
                  <a:cubicBezTo>
                    <a:pt x="1545557" y="461508"/>
                    <a:pt x="1321903" y="850697"/>
                    <a:pt x="1321903" y="1292122"/>
                  </a:cubicBezTo>
                  <a:lnTo>
                    <a:pt x="1324346" y="1340510"/>
                  </a:lnTo>
                  <a:lnTo>
                    <a:pt x="1264866" y="1376645"/>
                  </a:lnTo>
                  <a:cubicBezTo>
                    <a:pt x="958711" y="1583479"/>
                    <a:pt x="746936" y="1919406"/>
                    <a:pt x="707642" y="2306322"/>
                  </a:cubicBezTo>
                  <a:lnTo>
                    <a:pt x="701950" y="2419066"/>
                  </a:lnTo>
                  <a:lnTo>
                    <a:pt x="669266" y="2403322"/>
                  </a:lnTo>
                  <a:cubicBezTo>
                    <a:pt x="270621" y="2186765"/>
                    <a:pt x="0" y="1764403"/>
                    <a:pt x="0" y="1278835"/>
                  </a:cubicBezTo>
                  <a:cubicBezTo>
                    <a:pt x="0" y="572554"/>
                    <a:pt x="572554" y="0"/>
                    <a:pt x="1278835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44CBBFC-DF1E-5268-32C8-C26EEAD06B62}"/>
                </a:ext>
              </a:extLst>
            </p:cNvPr>
            <p:cNvSpPr/>
            <p:nvPr/>
          </p:nvSpPr>
          <p:spPr>
            <a:xfrm>
              <a:off x="7612382" y="1331270"/>
              <a:ext cx="1928851" cy="2375401"/>
            </a:xfrm>
            <a:custGeom>
              <a:avLst/>
              <a:gdLst>
                <a:gd name="csX0" fmla="*/ 650016 w 1928851"/>
                <a:gd name="csY0" fmla="*/ 0 h 2375401"/>
                <a:gd name="csX1" fmla="*/ 1928851 w 1928851"/>
                <a:gd name="csY1" fmla="*/ 1278835 h 2375401"/>
                <a:gd name="csX2" fmla="*/ 1365025 w 1928851"/>
                <a:gd name="csY2" fmla="*/ 2339265 h 2375401"/>
                <a:gd name="csX3" fmla="*/ 1305545 w 1928851"/>
                <a:gd name="csY3" fmla="*/ 2375401 h 2375401"/>
                <a:gd name="csX4" fmla="*/ 1301386 w 1928851"/>
                <a:gd name="csY4" fmla="*/ 2293035 h 2375401"/>
                <a:gd name="csX5" fmla="*/ 638722 w 1928851"/>
                <a:gd name="csY5" fmla="*/ 1299301 h 2375401"/>
                <a:gd name="csX6" fmla="*/ 606039 w 1928851"/>
                <a:gd name="csY6" fmla="*/ 1283557 h 2375401"/>
                <a:gd name="csX7" fmla="*/ 606948 w 1928851"/>
                <a:gd name="csY7" fmla="*/ 1265548 h 2375401"/>
                <a:gd name="csX8" fmla="*/ 43122 w 1928851"/>
                <a:gd name="csY8" fmla="*/ 205118 h 2375401"/>
                <a:gd name="csX9" fmla="*/ 0 w 1928851"/>
                <a:gd name="csY9" fmla="*/ 178921 h 2375401"/>
                <a:gd name="csX10" fmla="*/ 40447 w 1928851"/>
                <a:gd name="csY10" fmla="*/ 154348 h 2375401"/>
                <a:gd name="csX11" fmla="*/ 650016 w 1928851"/>
                <a:gd name="csY11" fmla="*/ 0 h 2375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28851" h="2375401">
                  <a:moveTo>
                    <a:pt x="650016" y="0"/>
                  </a:moveTo>
                  <a:cubicBezTo>
                    <a:pt x="1356297" y="0"/>
                    <a:pt x="1928851" y="572554"/>
                    <a:pt x="1928851" y="1278835"/>
                  </a:cubicBezTo>
                  <a:cubicBezTo>
                    <a:pt x="1928851" y="1720261"/>
                    <a:pt x="1705197" y="2109449"/>
                    <a:pt x="1365025" y="2339265"/>
                  </a:cubicBezTo>
                  <a:lnTo>
                    <a:pt x="1305545" y="2375401"/>
                  </a:lnTo>
                  <a:lnTo>
                    <a:pt x="1301386" y="2293035"/>
                  </a:lnTo>
                  <a:cubicBezTo>
                    <a:pt x="1257726" y="1863128"/>
                    <a:pt x="1001126" y="1496172"/>
                    <a:pt x="638722" y="1299301"/>
                  </a:cubicBezTo>
                  <a:lnTo>
                    <a:pt x="606039" y="1283557"/>
                  </a:lnTo>
                  <a:lnTo>
                    <a:pt x="606948" y="1265548"/>
                  </a:lnTo>
                  <a:cubicBezTo>
                    <a:pt x="606948" y="824123"/>
                    <a:pt x="383294" y="434934"/>
                    <a:pt x="43122" y="205118"/>
                  </a:cubicBezTo>
                  <a:lnTo>
                    <a:pt x="0" y="178921"/>
                  </a:lnTo>
                  <a:lnTo>
                    <a:pt x="40447" y="154348"/>
                  </a:lnTo>
                  <a:cubicBezTo>
                    <a:pt x="221650" y="55914"/>
                    <a:pt x="429303" y="0"/>
                    <a:pt x="65001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36DAED6-DDD2-382A-FDB7-4E3C26B97EE6}"/>
                </a:ext>
              </a:extLst>
            </p:cNvPr>
            <p:cNvSpPr/>
            <p:nvPr/>
          </p:nvSpPr>
          <p:spPr>
            <a:xfrm>
              <a:off x="6986006" y="2476223"/>
              <a:ext cx="1232415" cy="1220510"/>
            </a:xfrm>
            <a:custGeom>
              <a:avLst/>
              <a:gdLst>
                <a:gd name="csX0" fmla="*/ 655529 w 1232415"/>
                <a:gd name="csY0" fmla="*/ 0 h 1220510"/>
                <a:gd name="csX1" fmla="*/ 1153309 w 1232415"/>
                <a:gd name="csY1" fmla="*/ 100497 h 1220510"/>
                <a:gd name="csX2" fmla="*/ 1232415 w 1232415"/>
                <a:gd name="csY2" fmla="*/ 138604 h 1220510"/>
                <a:gd name="csX3" fmla="*/ 1226722 w 1232415"/>
                <a:gd name="csY3" fmla="*/ 251348 h 1220510"/>
                <a:gd name="csX4" fmla="*/ 669498 w 1232415"/>
                <a:gd name="csY4" fmla="*/ 1181025 h 1220510"/>
                <a:gd name="csX5" fmla="*/ 604505 w 1232415"/>
                <a:gd name="csY5" fmla="*/ 1220510 h 1220510"/>
                <a:gd name="csX6" fmla="*/ 561383 w 1232415"/>
                <a:gd name="csY6" fmla="*/ 1194312 h 1220510"/>
                <a:gd name="csX7" fmla="*/ 4159 w 1232415"/>
                <a:gd name="csY7" fmla="*/ 264635 h 1220510"/>
                <a:gd name="csX8" fmla="*/ 0 w 1232415"/>
                <a:gd name="csY8" fmla="*/ 182270 h 1220510"/>
                <a:gd name="csX9" fmla="*/ 45960 w 1232415"/>
                <a:gd name="csY9" fmla="*/ 154348 h 1220510"/>
                <a:gd name="csX10" fmla="*/ 655529 w 1232415"/>
                <a:gd name="csY10" fmla="*/ 0 h 122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2415" h="1220510">
                  <a:moveTo>
                    <a:pt x="655529" y="0"/>
                  </a:moveTo>
                  <a:cubicBezTo>
                    <a:pt x="832099" y="0"/>
                    <a:pt x="1000312" y="35785"/>
                    <a:pt x="1153309" y="100497"/>
                  </a:cubicBezTo>
                  <a:lnTo>
                    <a:pt x="1232415" y="138604"/>
                  </a:lnTo>
                  <a:lnTo>
                    <a:pt x="1226722" y="251348"/>
                  </a:lnTo>
                  <a:cubicBezTo>
                    <a:pt x="1187428" y="638265"/>
                    <a:pt x="975653" y="974191"/>
                    <a:pt x="669498" y="1181025"/>
                  </a:cubicBezTo>
                  <a:lnTo>
                    <a:pt x="604505" y="1220510"/>
                  </a:lnTo>
                  <a:lnTo>
                    <a:pt x="561383" y="1194312"/>
                  </a:lnTo>
                  <a:cubicBezTo>
                    <a:pt x="255228" y="987478"/>
                    <a:pt x="43453" y="651552"/>
                    <a:pt x="4159" y="264635"/>
                  </a:cubicBezTo>
                  <a:lnTo>
                    <a:pt x="0" y="182270"/>
                  </a:lnTo>
                  <a:lnTo>
                    <a:pt x="45960" y="154348"/>
                  </a:lnTo>
                  <a:cubicBezTo>
                    <a:pt x="227163" y="55914"/>
                    <a:pt x="434816" y="0"/>
                    <a:pt x="655529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286F88C-DED7-11DB-75F8-BA2C06681D26}"/>
                </a:ext>
              </a:extLst>
            </p:cNvPr>
            <p:cNvSpPr/>
            <p:nvPr/>
          </p:nvSpPr>
          <p:spPr>
            <a:xfrm>
              <a:off x="6362699" y="3696733"/>
              <a:ext cx="2557670" cy="1337160"/>
            </a:xfrm>
            <a:custGeom>
              <a:avLst/>
              <a:gdLst>
                <a:gd name="csX0" fmla="*/ 1227811 w 2557670"/>
                <a:gd name="csY0" fmla="*/ 0 h 1337160"/>
                <a:gd name="csX1" fmla="*/ 1290129 w 2557670"/>
                <a:gd name="csY1" fmla="*/ 37859 h 1337160"/>
                <a:gd name="csX2" fmla="*/ 1899698 w 2557670"/>
                <a:gd name="csY2" fmla="*/ 192207 h 1337160"/>
                <a:gd name="csX3" fmla="*/ 2509267 w 2557670"/>
                <a:gd name="csY3" fmla="*/ 37859 h 1337160"/>
                <a:gd name="csX4" fmla="*/ 2555227 w 2557670"/>
                <a:gd name="csY4" fmla="*/ 9938 h 1337160"/>
                <a:gd name="csX5" fmla="*/ 2557670 w 2557670"/>
                <a:gd name="csY5" fmla="*/ 58325 h 1337160"/>
                <a:gd name="csX6" fmla="*/ 1278835 w 2557670"/>
                <a:gd name="csY6" fmla="*/ 1337160 h 1337160"/>
                <a:gd name="csX7" fmla="*/ 0 w 2557670"/>
                <a:gd name="csY7" fmla="*/ 58325 h 1337160"/>
                <a:gd name="csX8" fmla="*/ 910 w 2557670"/>
                <a:gd name="csY8" fmla="*/ 40316 h 1337160"/>
                <a:gd name="csX9" fmla="*/ 80015 w 2557670"/>
                <a:gd name="csY9" fmla="*/ 78423 h 1337160"/>
                <a:gd name="csX10" fmla="*/ 577795 w 2557670"/>
                <a:gd name="csY10" fmla="*/ 178920 h 1337160"/>
                <a:gd name="csX11" fmla="*/ 1187364 w 2557670"/>
                <a:gd name="csY11" fmla="*/ 24572 h 1337160"/>
                <a:gd name="csX12" fmla="*/ 1227811 w 2557670"/>
                <a:gd name="csY12" fmla="*/ 0 h 133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57670" h="1337160">
                  <a:moveTo>
                    <a:pt x="1227811" y="0"/>
                  </a:moveTo>
                  <a:lnTo>
                    <a:pt x="1290129" y="37859"/>
                  </a:lnTo>
                  <a:cubicBezTo>
                    <a:pt x="1471332" y="136294"/>
                    <a:pt x="1678985" y="192207"/>
                    <a:pt x="1899698" y="192207"/>
                  </a:cubicBezTo>
                  <a:cubicBezTo>
                    <a:pt x="2120411" y="192207"/>
                    <a:pt x="2328064" y="136294"/>
                    <a:pt x="2509267" y="37859"/>
                  </a:cubicBezTo>
                  <a:lnTo>
                    <a:pt x="2555227" y="9938"/>
                  </a:lnTo>
                  <a:lnTo>
                    <a:pt x="2557670" y="58325"/>
                  </a:lnTo>
                  <a:cubicBezTo>
                    <a:pt x="2557670" y="764606"/>
                    <a:pt x="1985116" y="1337160"/>
                    <a:pt x="1278835" y="1337160"/>
                  </a:cubicBezTo>
                  <a:cubicBezTo>
                    <a:pt x="572554" y="1337160"/>
                    <a:pt x="0" y="764606"/>
                    <a:pt x="0" y="58325"/>
                  </a:cubicBezTo>
                  <a:lnTo>
                    <a:pt x="910" y="40316"/>
                  </a:lnTo>
                  <a:lnTo>
                    <a:pt x="80015" y="78423"/>
                  </a:lnTo>
                  <a:cubicBezTo>
                    <a:pt x="233013" y="143136"/>
                    <a:pt x="401225" y="178920"/>
                    <a:pt x="577795" y="178920"/>
                  </a:cubicBezTo>
                  <a:cubicBezTo>
                    <a:pt x="798508" y="178920"/>
                    <a:pt x="1006162" y="123007"/>
                    <a:pt x="1187364" y="24572"/>
                  </a:cubicBezTo>
                  <a:lnTo>
                    <a:pt x="1227811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26433E4-BC42-4907-F832-B27A1F74B8E3}"/>
                </a:ext>
              </a:extLst>
            </p:cNvPr>
            <p:cNvSpPr/>
            <p:nvPr/>
          </p:nvSpPr>
          <p:spPr>
            <a:xfrm>
              <a:off x="6983563" y="1510191"/>
              <a:ext cx="1235767" cy="1148302"/>
            </a:xfrm>
            <a:custGeom>
              <a:avLst/>
              <a:gdLst>
                <a:gd name="csX0" fmla="*/ 628819 w 1235767"/>
                <a:gd name="csY0" fmla="*/ 0 h 1148302"/>
                <a:gd name="csX1" fmla="*/ 671941 w 1235767"/>
                <a:gd name="csY1" fmla="*/ 26197 h 1148302"/>
                <a:gd name="csX2" fmla="*/ 1235767 w 1235767"/>
                <a:gd name="csY2" fmla="*/ 1086627 h 1148302"/>
                <a:gd name="csX3" fmla="*/ 1234858 w 1235767"/>
                <a:gd name="csY3" fmla="*/ 1104636 h 1148302"/>
                <a:gd name="csX4" fmla="*/ 1155752 w 1235767"/>
                <a:gd name="csY4" fmla="*/ 1066529 h 1148302"/>
                <a:gd name="csX5" fmla="*/ 657972 w 1235767"/>
                <a:gd name="csY5" fmla="*/ 966032 h 1148302"/>
                <a:gd name="csX6" fmla="*/ 48403 w 1235767"/>
                <a:gd name="csY6" fmla="*/ 1120380 h 1148302"/>
                <a:gd name="csX7" fmla="*/ 2443 w 1235767"/>
                <a:gd name="csY7" fmla="*/ 1148302 h 1148302"/>
                <a:gd name="csX8" fmla="*/ 0 w 1235767"/>
                <a:gd name="csY8" fmla="*/ 1099914 h 1148302"/>
                <a:gd name="csX9" fmla="*/ 563826 w 1235767"/>
                <a:gd name="csY9" fmla="*/ 39484 h 1148302"/>
                <a:gd name="csX10" fmla="*/ 628819 w 1235767"/>
                <a:gd name="csY10" fmla="*/ 0 h 1148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5767" h="1148302">
                  <a:moveTo>
                    <a:pt x="628819" y="0"/>
                  </a:moveTo>
                  <a:lnTo>
                    <a:pt x="671941" y="26197"/>
                  </a:lnTo>
                  <a:cubicBezTo>
                    <a:pt x="1012113" y="256013"/>
                    <a:pt x="1235767" y="645202"/>
                    <a:pt x="1235767" y="1086627"/>
                  </a:cubicBezTo>
                  <a:lnTo>
                    <a:pt x="1234858" y="1104636"/>
                  </a:lnTo>
                  <a:lnTo>
                    <a:pt x="1155752" y="1066529"/>
                  </a:lnTo>
                  <a:cubicBezTo>
                    <a:pt x="1002755" y="1001817"/>
                    <a:pt x="834542" y="966032"/>
                    <a:pt x="657972" y="966032"/>
                  </a:cubicBezTo>
                  <a:cubicBezTo>
                    <a:pt x="437259" y="966032"/>
                    <a:pt x="229606" y="1021946"/>
                    <a:pt x="48403" y="1120380"/>
                  </a:cubicBezTo>
                  <a:lnTo>
                    <a:pt x="2443" y="1148302"/>
                  </a:lnTo>
                  <a:lnTo>
                    <a:pt x="0" y="1099914"/>
                  </a:lnTo>
                  <a:cubicBezTo>
                    <a:pt x="0" y="658489"/>
                    <a:pt x="223654" y="269300"/>
                    <a:pt x="563826" y="39484"/>
                  </a:cubicBezTo>
                  <a:lnTo>
                    <a:pt x="628819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256D16D-5CF1-8174-554D-68B4E0BCD52F}"/>
                </a:ext>
              </a:extLst>
            </p:cNvPr>
            <p:cNvSpPr/>
            <p:nvPr/>
          </p:nvSpPr>
          <p:spPr>
            <a:xfrm>
              <a:off x="7590511" y="2614827"/>
              <a:ext cx="1327416" cy="1274113"/>
            </a:xfrm>
            <a:custGeom>
              <a:avLst/>
              <a:gdLst>
                <a:gd name="csX0" fmla="*/ 627910 w 1327416"/>
                <a:gd name="csY0" fmla="*/ 0 h 1274113"/>
                <a:gd name="csX1" fmla="*/ 660593 w 1327416"/>
                <a:gd name="csY1" fmla="*/ 15744 h 1274113"/>
                <a:gd name="csX2" fmla="*/ 1323257 w 1327416"/>
                <a:gd name="csY2" fmla="*/ 1009478 h 1274113"/>
                <a:gd name="csX3" fmla="*/ 1327416 w 1327416"/>
                <a:gd name="csY3" fmla="*/ 1091844 h 1274113"/>
                <a:gd name="csX4" fmla="*/ 1281456 w 1327416"/>
                <a:gd name="csY4" fmla="*/ 1119765 h 1274113"/>
                <a:gd name="csX5" fmla="*/ 671887 w 1327416"/>
                <a:gd name="csY5" fmla="*/ 1274113 h 1274113"/>
                <a:gd name="csX6" fmla="*/ 62318 w 1327416"/>
                <a:gd name="csY6" fmla="*/ 1119765 h 1274113"/>
                <a:gd name="csX7" fmla="*/ 0 w 1327416"/>
                <a:gd name="csY7" fmla="*/ 1081906 h 1274113"/>
                <a:gd name="csX8" fmla="*/ 64993 w 1327416"/>
                <a:gd name="csY8" fmla="*/ 1042421 h 1274113"/>
                <a:gd name="csX9" fmla="*/ 622217 w 1327416"/>
                <a:gd name="csY9" fmla="*/ 112744 h 1274113"/>
                <a:gd name="csX10" fmla="*/ 627910 w 1327416"/>
                <a:gd name="csY10" fmla="*/ 0 h 1274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7416" h="1274113">
                  <a:moveTo>
                    <a:pt x="627910" y="0"/>
                  </a:moveTo>
                  <a:lnTo>
                    <a:pt x="660593" y="15744"/>
                  </a:lnTo>
                  <a:cubicBezTo>
                    <a:pt x="1022997" y="212615"/>
                    <a:pt x="1279597" y="579571"/>
                    <a:pt x="1323257" y="1009478"/>
                  </a:cubicBezTo>
                  <a:lnTo>
                    <a:pt x="1327416" y="1091844"/>
                  </a:lnTo>
                  <a:lnTo>
                    <a:pt x="1281456" y="1119765"/>
                  </a:lnTo>
                  <a:cubicBezTo>
                    <a:pt x="1100253" y="1218200"/>
                    <a:pt x="892600" y="1274113"/>
                    <a:pt x="671887" y="1274113"/>
                  </a:cubicBezTo>
                  <a:cubicBezTo>
                    <a:pt x="451174" y="1274113"/>
                    <a:pt x="243521" y="1218200"/>
                    <a:pt x="62318" y="1119765"/>
                  </a:cubicBezTo>
                  <a:lnTo>
                    <a:pt x="0" y="1081906"/>
                  </a:lnTo>
                  <a:lnTo>
                    <a:pt x="64993" y="1042421"/>
                  </a:lnTo>
                  <a:cubicBezTo>
                    <a:pt x="371148" y="835587"/>
                    <a:pt x="582923" y="499661"/>
                    <a:pt x="622217" y="112744"/>
                  </a:cubicBezTo>
                  <a:lnTo>
                    <a:pt x="627910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716B090-F963-3EF8-EB55-8AC9FA1D8426}"/>
                </a:ext>
              </a:extLst>
            </p:cNvPr>
            <p:cNvSpPr/>
            <p:nvPr/>
          </p:nvSpPr>
          <p:spPr>
            <a:xfrm>
              <a:off x="6363610" y="2658493"/>
              <a:ext cx="1226901" cy="1217160"/>
            </a:xfrm>
            <a:custGeom>
              <a:avLst/>
              <a:gdLst>
                <a:gd name="csX0" fmla="*/ 622396 w 1226901"/>
                <a:gd name="csY0" fmla="*/ 0 h 1217160"/>
                <a:gd name="csX1" fmla="*/ 626555 w 1226901"/>
                <a:gd name="csY1" fmla="*/ 82365 h 1217160"/>
                <a:gd name="csX2" fmla="*/ 1183779 w 1226901"/>
                <a:gd name="csY2" fmla="*/ 1012042 h 1217160"/>
                <a:gd name="csX3" fmla="*/ 1226901 w 1226901"/>
                <a:gd name="csY3" fmla="*/ 1038240 h 1217160"/>
                <a:gd name="csX4" fmla="*/ 1186454 w 1226901"/>
                <a:gd name="csY4" fmla="*/ 1062812 h 1217160"/>
                <a:gd name="csX5" fmla="*/ 576885 w 1226901"/>
                <a:gd name="csY5" fmla="*/ 1217160 h 1217160"/>
                <a:gd name="csX6" fmla="*/ 79105 w 1226901"/>
                <a:gd name="csY6" fmla="*/ 1116663 h 1217160"/>
                <a:gd name="csX7" fmla="*/ 0 w 1226901"/>
                <a:gd name="csY7" fmla="*/ 1078556 h 1217160"/>
                <a:gd name="csX8" fmla="*/ 5692 w 1226901"/>
                <a:gd name="csY8" fmla="*/ 965812 h 1217160"/>
                <a:gd name="csX9" fmla="*/ 562916 w 1226901"/>
                <a:gd name="csY9" fmla="*/ 36135 h 1217160"/>
                <a:gd name="csX10" fmla="*/ 622396 w 1226901"/>
                <a:gd name="csY10" fmla="*/ 0 h 121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26901" h="1217160">
                  <a:moveTo>
                    <a:pt x="622396" y="0"/>
                  </a:moveTo>
                  <a:lnTo>
                    <a:pt x="626555" y="82365"/>
                  </a:lnTo>
                  <a:cubicBezTo>
                    <a:pt x="665849" y="469282"/>
                    <a:pt x="877624" y="805208"/>
                    <a:pt x="1183779" y="1012042"/>
                  </a:cubicBezTo>
                  <a:lnTo>
                    <a:pt x="1226901" y="1038240"/>
                  </a:lnTo>
                  <a:lnTo>
                    <a:pt x="1186454" y="1062812"/>
                  </a:lnTo>
                  <a:cubicBezTo>
                    <a:pt x="1005252" y="1161247"/>
                    <a:pt x="797598" y="1217160"/>
                    <a:pt x="576885" y="1217160"/>
                  </a:cubicBezTo>
                  <a:cubicBezTo>
                    <a:pt x="400315" y="1217160"/>
                    <a:pt x="232103" y="1181376"/>
                    <a:pt x="79105" y="1116663"/>
                  </a:cubicBezTo>
                  <a:lnTo>
                    <a:pt x="0" y="1078556"/>
                  </a:lnTo>
                  <a:lnTo>
                    <a:pt x="5692" y="965812"/>
                  </a:lnTo>
                  <a:cubicBezTo>
                    <a:pt x="44986" y="578896"/>
                    <a:pt x="256761" y="242969"/>
                    <a:pt x="562916" y="36135"/>
                  </a:cubicBezTo>
                  <a:lnTo>
                    <a:pt x="622396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003450D-A1C3-65A1-AFBF-BCAB9F8D14AA}"/>
                    </a:ext>
                  </a:extLst>
                </p:cNvPr>
                <p:cNvSpPr txBox="1"/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003450D-A1C3-65A1-AFBF-BCAB9F8D1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3333" r="-3333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1B4AC9C-7362-7B27-4F7A-4B47BD07502E}"/>
              </a:ext>
            </a:extLst>
          </p:cNvPr>
          <p:cNvSpPr txBox="1"/>
          <p:nvPr/>
        </p:nvSpPr>
        <p:spPr>
          <a:xfrm>
            <a:off x="1544142" y="3641777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AED971-BD27-00DC-B902-619EF921731E}"/>
              </a:ext>
            </a:extLst>
          </p:cNvPr>
          <p:cNvSpPr txBox="1"/>
          <p:nvPr/>
        </p:nvSpPr>
        <p:spPr>
          <a:xfrm>
            <a:off x="2192906" y="328286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193BB6-E118-BDBC-4213-97C3FDCFEB0D}"/>
              </a:ext>
            </a:extLst>
          </p:cNvPr>
          <p:cNvSpPr txBox="1"/>
          <p:nvPr/>
        </p:nvSpPr>
        <p:spPr>
          <a:xfrm>
            <a:off x="2927391" y="3650566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DBE071-18B8-FC03-A596-99BD1B5CD296}"/>
              </a:ext>
            </a:extLst>
          </p:cNvPr>
          <p:cNvSpPr txBox="1"/>
          <p:nvPr/>
        </p:nvSpPr>
        <p:spPr>
          <a:xfrm>
            <a:off x="2148495" y="4439575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97C9CA8-10A2-4A06-EF45-C6D783983D54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0B7D756-AC22-38F2-6029-1C50BAAD5B04}"/>
              </a:ext>
            </a:extLst>
          </p:cNvPr>
          <p:cNvSpPr/>
          <p:nvPr/>
        </p:nvSpPr>
        <p:spPr>
          <a:xfrm>
            <a:off x="5275691" y="243632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B8D16ED-2896-374D-0B2C-18C0E641252C}"/>
              </a:ext>
            </a:extLst>
          </p:cNvPr>
          <p:cNvSpPr/>
          <p:nvPr/>
        </p:nvSpPr>
        <p:spPr>
          <a:xfrm>
            <a:off x="640980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5F4F776-13B8-03B3-167E-BBFA83B0572A}"/>
              </a:ext>
            </a:extLst>
          </p:cNvPr>
          <p:cNvSpPr/>
          <p:nvPr/>
        </p:nvSpPr>
        <p:spPr>
          <a:xfrm>
            <a:off x="749731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n(C)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5292B-1109-63D4-4C6F-077E27106205}"/>
              </a:ext>
            </a:extLst>
          </p:cNvPr>
          <p:cNvSpPr txBox="1"/>
          <p:nvPr/>
        </p:nvSpPr>
        <p:spPr>
          <a:xfrm>
            <a:off x="5051612" y="5449709"/>
            <a:ext cx="6104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1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 + n(C)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a + 2b + c + 2d + 3e + 2f + 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FE8101D-DA42-1115-C18F-C6BB59B2E787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8037257-77B7-1967-DA84-2DB8E6F4DA5F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E2E0B57-0B1E-B6C3-481F-7B73EB402CB5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4C67F80-EA45-CC0D-5C6A-03EBA9A9B415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0430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8518-E2DC-C84F-41F8-66A2BF34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1494212-7837-05EF-DBD0-0B548E3F85A5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AA34C1-D500-4819-DB1F-8BCE68A2DCD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4DAF5-E4E5-2917-E64B-94A7E7A43576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192CBC-0692-0AA6-D87F-C906E1526517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71F463-61F9-098F-9706-448C102BA022}"/>
              </a:ext>
            </a:extLst>
          </p:cNvPr>
          <p:cNvGrpSpPr/>
          <p:nvPr/>
        </p:nvGrpSpPr>
        <p:grpSpPr>
          <a:xfrm>
            <a:off x="2137800" y="859865"/>
            <a:ext cx="1724969" cy="461665"/>
            <a:chOff x="96740" y="1202460"/>
            <a:chExt cx="1724969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3951349-3278-A9DC-699B-80F46A26526C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5577CD2-4CD6-FA17-CC0E-2EF3D94D77AC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2E376D6-F29C-3B62-D6D9-9D12144CF787}"/>
              </a:ext>
            </a:extLst>
          </p:cNvPr>
          <p:cNvSpPr txBox="1"/>
          <p:nvPr/>
        </p:nvSpPr>
        <p:spPr>
          <a:xfrm>
            <a:off x="2137800" y="89799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5D8CD9-B196-5243-8055-8C7A716308B5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802417E-B3C1-FA0F-BA15-69B9BD51E5C8}"/>
              </a:ext>
            </a:extLst>
          </p:cNvPr>
          <p:cNvSpPr/>
          <p:nvPr/>
        </p:nvSpPr>
        <p:spPr>
          <a:xfrm>
            <a:off x="206189" y="5449709"/>
            <a:ext cx="4473388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 U C) = a + b + c + d + e + f +g 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403417A-7D3D-6DDD-5C46-08730242497D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32C56-DCF9-1D84-9614-DA5BA0C86859}"/>
              </a:ext>
            </a:extLst>
          </p:cNvPr>
          <p:cNvSpPr txBox="1"/>
          <p:nvPr/>
        </p:nvSpPr>
        <p:spPr>
          <a:xfrm>
            <a:off x="1226145" y="2638611"/>
            <a:ext cx="2592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07196-CF48-58EC-017D-FBB9D05FA59A}"/>
              </a:ext>
            </a:extLst>
          </p:cNvPr>
          <p:cNvSpPr txBox="1"/>
          <p:nvPr/>
        </p:nvSpPr>
        <p:spPr>
          <a:xfrm>
            <a:off x="2148495" y="257498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E57281-8290-6120-B7DB-AD303FE17645}"/>
              </a:ext>
            </a:extLst>
          </p:cNvPr>
          <p:cNvSpPr txBox="1"/>
          <p:nvPr/>
        </p:nvSpPr>
        <p:spPr>
          <a:xfrm>
            <a:off x="3271570" y="2568595"/>
            <a:ext cx="4107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2921FD1-8FDF-2478-FDA9-45C1749242C3}"/>
              </a:ext>
            </a:extLst>
          </p:cNvPr>
          <p:cNvGrpSpPr/>
          <p:nvPr/>
        </p:nvGrpSpPr>
        <p:grpSpPr>
          <a:xfrm>
            <a:off x="616316" y="1508070"/>
            <a:ext cx="3552270" cy="3755098"/>
            <a:chOff x="5661660" y="932804"/>
            <a:chExt cx="3879573" cy="4101089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D06A3E-B6BC-DBFF-7DA5-AC73E010BD5C}"/>
                    </a:ext>
                  </a:extLst>
                </p:cNvPr>
                <p:cNvSpPr txBox="1"/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D06A3E-B6BC-DBFF-7DA5-AC73E010BD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333" r="-3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E6FAB47-39F3-1E29-9B40-12CD4ABBCC89}"/>
                    </a:ext>
                  </a:extLst>
                </p:cNvPr>
                <p:cNvSpPr txBox="1"/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E6FAB47-39F3-1E29-9B40-12CD4ABBC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8710" r="-290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B16E42C-EA80-1CB9-6292-015E8347E793}"/>
                </a:ext>
              </a:extLst>
            </p:cNvPr>
            <p:cNvSpPr/>
            <p:nvPr/>
          </p:nvSpPr>
          <p:spPr>
            <a:xfrm>
              <a:off x="5661660" y="1317983"/>
              <a:ext cx="1950722" cy="2419066"/>
            </a:xfrm>
            <a:custGeom>
              <a:avLst/>
              <a:gdLst>
                <a:gd name="csX0" fmla="*/ 1278835 w 1950722"/>
                <a:gd name="csY0" fmla="*/ 0 h 2419066"/>
                <a:gd name="csX1" fmla="*/ 1888404 w 1950722"/>
                <a:gd name="csY1" fmla="*/ 154348 h 2419066"/>
                <a:gd name="csX2" fmla="*/ 1950722 w 1950722"/>
                <a:gd name="csY2" fmla="*/ 192208 h 2419066"/>
                <a:gd name="csX3" fmla="*/ 1885729 w 1950722"/>
                <a:gd name="csY3" fmla="*/ 231692 h 2419066"/>
                <a:gd name="csX4" fmla="*/ 1321903 w 1950722"/>
                <a:gd name="csY4" fmla="*/ 1292122 h 2419066"/>
                <a:gd name="csX5" fmla="*/ 1324346 w 1950722"/>
                <a:gd name="csY5" fmla="*/ 1340510 h 2419066"/>
                <a:gd name="csX6" fmla="*/ 1264866 w 1950722"/>
                <a:gd name="csY6" fmla="*/ 1376645 h 2419066"/>
                <a:gd name="csX7" fmla="*/ 707642 w 1950722"/>
                <a:gd name="csY7" fmla="*/ 2306322 h 2419066"/>
                <a:gd name="csX8" fmla="*/ 701950 w 1950722"/>
                <a:gd name="csY8" fmla="*/ 2419066 h 2419066"/>
                <a:gd name="csX9" fmla="*/ 669266 w 1950722"/>
                <a:gd name="csY9" fmla="*/ 2403322 h 2419066"/>
                <a:gd name="csX10" fmla="*/ 0 w 1950722"/>
                <a:gd name="csY10" fmla="*/ 1278835 h 2419066"/>
                <a:gd name="csX11" fmla="*/ 1278835 w 1950722"/>
                <a:gd name="csY11" fmla="*/ 0 h 2419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50722" h="2419066">
                  <a:moveTo>
                    <a:pt x="1278835" y="0"/>
                  </a:moveTo>
                  <a:cubicBezTo>
                    <a:pt x="1499548" y="0"/>
                    <a:pt x="1707202" y="55914"/>
                    <a:pt x="1888404" y="154348"/>
                  </a:cubicBezTo>
                  <a:lnTo>
                    <a:pt x="1950722" y="192208"/>
                  </a:lnTo>
                  <a:lnTo>
                    <a:pt x="1885729" y="231692"/>
                  </a:lnTo>
                  <a:cubicBezTo>
                    <a:pt x="1545557" y="461508"/>
                    <a:pt x="1321903" y="850697"/>
                    <a:pt x="1321903" y="1292122"/>
                  </a:cubicBezTo>
                  <a:lnTo>
                    <a:pt x="1324346" y="1340510"/>
                  </a:lnTo>
                  <a:lnTo>
                    <a:pt x="1264866" y="1376645"/>
                  </a:lnTo>
                  <a:cubicBezTo>
                    <a:pt x="958711" y="1583479"/>
                    <a:pt x="746936" y="1919406"/>
                    <a:pt x="707642" y="2306322"/>
                  </a:cubicBezTo>
                  <a:lnTo>
                    <a:pt x="701950" y="2419066"/>
                  </a:lnTo>
                  <a:lnTo>
                    <a:pt x="669266" y="2403322"/>
                  </a:lnTo>
                  <a:cubicBezTo>
                    <a:pt x="270621" y="2186765"/>
                    <a:pt x="0" y="1764403"/>
                    <a:pt x="0" y="1278835"/>
                  </a:cubicBezTo>
                  <a:cubicBezTo>
                    <a:pt x="0" y="572554"/>
                    <a:pt x="572554" y="0"/>
                    <a:pt x="1278835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676019F-6B96-D46D-496E-CE07BEAA0A8A}"/>
                </a:ext>
              </a:extLst>
            </p:cNvPr>
            <p:cNvSpPr/>
            <p:nvPr/>
          </p:nvSpPr>
          <p:spPr>
            <a:xfrm>
              <a:off x="7612382" y="1331270"/>
              <a:ext cx="1928851" cy="2375401"/>
            </a:xfrm>
            <a:custGeom>
              <a:avLst/>
              <a:gdLst>
                <a:gd name="csX0" fmla="*/ 650016 w 1928851"/>
                <a:gd name="csY0" fmla="*/ 0 h 2375401"/>
                <a:gd name="csX1" fmla="*/ 1928851 w 1928851"/>
                <a:gd name="csY1" fmla="*/ 1278835 h 2375401"/>
                <a:gd name="csX2" fmla="*/ 1365025 w 1928851"/>
                <a:gd name="csY2" fmla="*/ 2339265 h 2375401"/>
                <a:gd name="csX3" fmla="*/ 1305545 w 1928851"/>
                <a:gd name="csY3" fmla="*/ 2375401 h 2375401"/>
                <a:gd name="csX4" fmla="*/ 1301386 w 1928851"/>
                <a:gd name="csY4" fmla="*/ 2293035 h 2375401"/>
                <a:gd name="csX5" fmla="*/ 638722 w 1928851"/>
                <a:gd name="csY5" fmla="*/ 1299301 h 2375401"/>
                <a:gd name="csX6" fmla="*/ 606039 w 1928851"/>
                <a:gd name="csY6" fmla="*/ 1283557 h 2375401"/>
                <a:gd name="csX7" fmla="*/ 606948 w 1928851"/>
                <a:gd name="csY7" fmla="*/ 1265548 h 2375401"/>
                <a:gd name="csX8" fmla="*/ 43122 w 1928851"/>
                <a:gd name="csY8" fmla="*/ 205118 h 2375401"/>
                <a:gd name="csX9" fmla="*/ 0 w 1928851"/>
                <a:gd name="csY9" fmla="*/ 178921 h 2375401"/>
                <a:gd name="csX10" fmla="*/ 40447 w 1928851"/>
                <a:gd name="csY10" fmla="*/ 154348 h 2375401"/>
                <a:gd name="csX11" fmla="*/ 650016 w 1928851"/>
                <a:gd name="csY11" fmla="*/ 0 h 2375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28851" h="2375401">
                  <a:moveTo>
                    <a:pt x="650016" y="0"/>
                  </a:moveTo>
                  <a:cubicBezTo>
                    <a:pt x="1356297" y="0"/>
                    <a:pt x="1928851" y="572554"/>
                    <a:pt x="1928851" y="1278835"/>
                  </a:cubicBezTo>
                  <a:cubicBezTo>
                    <a:pt x="1928851" y="1720261"/>
                    <a:pt x="1705197" y="2109449"/>
                    <a:pt x="1365025" y="2339265"/>
                  </a:cubicBezTo>
                  <a:lnTo>
                    <a:pt x="1305545" y="2375401"/>
                  </a:lnTo>
                  <a:lnTo>
                    <a:pt x="1301386" y="2293035"/>
                  </a:lnTo>
                  <a:cubicBezTo>
                    <a:pt x="1257726" y="1863128"/>
                    <a:pt x="1001126" y="1496172"/>
                    <a:pt x="638722" y="1299301"/>
                  </a:cubicBezTo>
                  <a:lnTo>
                    <a:pt x="606039" y="1283557"/>
                  </a:lnTo>
                  <a:lnTo>
                    <a:pt x="606948" y="1265548"/>
                  </a:lnTo>
                  <a:cubicBezTo>
                    <a:pt x="606948" y="824123"/>
                    <a:pt x="383294" y="434934"/>
                    <a:pt x="43122" y="205118"/>
                  </a:cubicBezTo>
                  <a:lnTo>
                    <a:pt x="0" y="178921"/>
                  </a:lnTo>
                  <a:lnTo>
                    <a:pt x="40447" y="154348"/>
                  </a:lnTo>
                  <a:cubicBezTo>
                    <a:pt x="221650" y="55914"/>
                    <a:pt x="429303" y="0"/>
                    <a:pt x="65001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89371F7-DBB5-3116-7644-F3097B00BE3C}"/>
                </a:ext>
              </a:extLst>
            </p:cNvPr>
            <p:cNvSpPr/>
            <p:nvPr/>
          </p:nvSpPr>
          <p:spPr>
            <a:xfrm>
              <a:off x="6986006" y="2476223"/>
              <a:ext cx="1232415" cy="1220510"/>
            </a:xfrm>
            <a:custGeom>
              <a:avLst/>
              <a:gdLst>
                <a:gd name="csX0" fmla="*/ 655529 w 1232415"/>
                <a:gd name="csY0" fmla="*/ 0 h 1220510"/>
                <a:gd name="csX1" fmla="*/ 1153309 w 1232415"/>
                <a:gd name="csY1" fmla="*/ 100497 h 1220510"/>
                <a:gd name="csX2" fmla="*/ 1232415 w 1232415"/>
                <a:gd name="csY2" fmla="*/ 138604 h 1220510"/>
                <a:gd name="csX3" fmla="*/ 1226722 w 1232415"/>
                <a:gd name="csY3" fmla="*/ 251348 h 1220510"/>
                <a:gd name="csX4" fmla="*/ 669498 w 1232415"/>
                <a:gd name="csY4" fmla="*/ 1181025 h 1220510"/>
                <a:gd name="csX5" fmla="*/ 604505 w 1232415"/>
                <a:gd name="csY5" fmla="*/ 1220510 h 1220510"/>
                <a:gd name="csX6" fmla="*/ 561383 w 1232415"/>
                <a:gd name="csY6" fmla="*/ 1194312 h 1220510"/>
                <a:gd name="csX7" fmla="*/ 4159 w 1232415"/>
                <a:gd name="csY7" fmla="*/ 264635 h 1220510"/>
                <a:gd name="csX8" fmla="*/ 0 w 1232415"/>
                <a:gd name="csY8" fmla="*/ 182270 h 1220510"/>
                <a:gd name="csX9" fmla="*/ 45960 w 1232415"/>
                <a:gd name="csY9" fmla="*/ 154348 h 1220510"/>
                <a:gd name="csX10" fmla="*/ 655529 w 1232415"/>
                <a:gd name="csY10" fmla="*/ 0 h 122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2415" h="1220510">
                  <a:moveTo>
                    <a:pt x="655529" y="0"/>
                  </a:moveTo>
                  <a:cubicBezTo>
                    <a:pt x="832099" y="0"/>
                    <a:pt x="1000312" y="35785"/>
                    <a:pt x="1153309" y="100497"/>
                  </a:cubicBezTo>
                  <a:lnTo>
                    <a:pt x="1232415" y="138604"/>
                  </a:lnTo>
                  <a:lnTo>
                    <a:pt x="1226722" y="251348"/>
                  </a:lnTo>
                  <a:cubicBezTo>
                    <a:pt x="1187428" y="638265"/>
                    <a:pt x="975653" y="974191"/>
                    <a:pt x="669498" y="1181025"/>
                  </a:cubicBezTo>
                  <a:lnTo>
                    <a:pt x="604505" y="1220510"/>
                  </a:lnTo>
                  <a:lnTo>
                    <a:pt x="561383" y="1194312"/>
                  </a:lnTo>
                  <a:cubicBezTo>
                    <a:pt x="255228" y="987478"/>
                    <a:pt x="43453" y="651552"/>
                    <a:pt x="4159" y="264635"/>
                  </a:cubicBezTo>
                  <a:lnTo>
                    <a:pt x="0" y="182270"/>
                  </a:lnTo>
                  <a:lnTo>
                    <a:pt x="45960" y="154348"/>
                  </a:lnTo>
                  <a:cubicBezTo>
                    <a:pt x="227163" y="55914"/>
                    <a:pt x="434816" y="0"/>
                    <a:pt x="655529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BCDD77F-25F5-1B76-1DC3-89E18C48C2DC}"/>
                </a:ext>
              </a:extLst>
            </p:cNvPr>
            <p:cNvSpPr/>
            <p:nvPr/>
          </p:nvSpPr>
          <p:spPr>
            <a:xfrm>
              <a:off x="6362699" y="3696733"/>
              <a:ext cx="2557670" cy="1337160"/>
            </a:xfrm>
            <a:custGeom>
              <a:avLst/>
              <a:gdLst>
                <a:gd name="csX0" fmla="*/ 1227811 w 2557670"/>
                <a:gd name="csY0" fmla="*/ 0 h 1337160"/>
                <a:gd name="csX1" fmla="*/ 1290129 w 2557670"/>
                <a:gd name="csY1" fmla="*/ 37859 h 1337160"/>
                <a:gd name="csX2" fmla="*/ 1899698 w 2557670"/>
                <a:gd name="csY2" fmla="*/ 192207 h 1337160"/>
                <a:gd name="csX3" fmla="*/ 2509267 w 2557670"/>
                <a:gd name="csY3" fmla="*/ 37859 h 1337160"/>
                <a:gd name="csX4" fmla="*/ 2555227 w 2557670"/>
                <a:gd name="csY4" fmla="*/ 9938 h 1337160"/>
                <a:gd name="csX5" fmla="*/ 2557670 w 2557670"/>
                <a:gd name="csY5" fmla="*/ 58325 h 1337160"/>
                <a:gd name="csX6" fmla="*/ 1278835 w 2557670"/>
                <a:gd name="csY6" fmla="*/ 1337160 h 1337160"/>
                <a:gd name="csX7" fmla="*/ 0 w 2557670"/>
                <a:gd name="csY7" fmla="*/ 58325 h 1337160"/>
                <a:gd name="csX8" fmla="*/ 910 w 2557670"/>
                <a:gd name="csY8" fmla="*/ 40316 h 1337160"/>
                <a:gd name="csX9" fmla="*/ 80015 w 2557670"/>
                <a:gd name="csY9" fmla="*/ 78423 h 1337160"/>
                <a:gd name="csX10" fmla="*/ 577795 w 2557670"/>
                <a:gd name="csY10" fmla="*/ 178920 h 1337160"/>
                <a:gd name="csX11" fmla="*/ 1187364 w 2557670"/>
                <a:gd name="csY11" fmla="*/ 24572 h 1337160"/>
                <a:gd name="csX12" fmla="*/ 1227811 w 2557670"/>
                <a:gd name="csY12" fmla="*/ 0 h 133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57670" h="1337160">
                  <a:moveTo>
                    <a:pt x="1227811" y="0"/>
                  </a:moveTo>
                  <a:lnTo>
                    <a:pt x="1290129" y="37859"/>
                  </a:lnTo>
                  <a:cubicBezTo>
                    <a:pt x="1471332" y="136294"/>
                    <a:pt x="1678985" y="192207"/>
                    <a:pt x="1899698" y="192207"/>
                  </a:cubicBezTo>
                  <a:cubicBezTo>
                    <a:pt x="2120411" y="192207"/>
                    <a:pt x="2328064" y="136294"/>
                    <a:pt x="2509267" y="37859"/>
                  </a:cubicBezTo>
                  <a:lnTo>
                    <a:pt x="2555227" y="9938"/>
                  </a:lnTo>
                  <a:lnTo>
                    <a:pt x="2557670" y="58325"/>
                  </a:lnTo>
                  <a:cubicBezTo>
                    <a:pt x="2557670" y="764606"/>
                    <a:pt x="1985116" y="1337160"/>
                    <a:pt x="1278835" y="1337160"/>
                  </a:cubicBezTo>
                  <a:cubicBezTo>
                    <a:pt x="572554" y="1337160"/>
                    <a:pt x="0" y="764606"/>
                    <a:pt x="0" y="58325"/>
                  </a:cubicBezTo>
                  <a:lnTo>
                    <a:pt x="910" y="40316"/>
                  </a:lnTo>
                  <a:lnTo>
                    <a:pt x="80015" y="78423"/>
                  </a:lnTo>
                  <a:cubicBezTo>
                    <a:pt x="233013" y="143136"/>
                    <a:pt x="401225" y="178920"/>
                    <a:pt x="577795" y="178920"/>
                  </a:cubicBezTo>
                  <a:cubicBezTo>
                    <a:pt x="798508" y="178920"/>
                    <a:pt x="1006162" y="123007"/>
                    <a:pt x="1187364" y="24572"/>
                  </a:cubicBezTo>
                  <a:lnTo>
                    <a:pt x="1227811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E6EEAB5-76B9-512D-5E58-34D3C0971408}"/>
                </a:ext>
              </a:extLst>
            </p:cNvPr>
            <p:cNvSpPr/>
            <p:nvPr/>
          </p:nvSpPr>
          <p:spPr>
            <a:xfrm>
              <a:off x="6983563" y="1510191"/>
              <a:ext cx="1235767" cy="1148302"/>
            </a:xfrm>
            <a:custGeom>
              <a:avLst/>
              <a:gdLst>
                <a:gd name="csX0" fmla="*/ 628819 w 1235767"/>
                <a:gd name="csY0" fmla="*/ 0 h 1148302"/>
                <a:gd name="csX1" fmla="*/ 671941 w 1235767"/>
                <a:gd name="csY1" fmla="*/ 26197 h 1148302"/>
                <a:gd name="csX2" fmla="*/ 1235767 w 1235767"/>
                <a:gd name="csY2" fmla="*/ 1086627 h 1148302"/>
                <a:gd name="csX3" fmla="*/ 1234858 w 1235767"/>
                <a:gd name="csY3" fmla="*/ 1104636 h 1148302"/>
                <a:gd name="csX4" fmla="*/ 1155752 w 1235767"/>
                <a:gd name="csY4" fmla="*/ 1066529 h 1148302"/>
                <a:gd name="csX5" fmla="*/ 657972 w 1235767"/>
                <a:gd name="csY5" fmla="*/ 966032 h 1148302"/>
                <a:gd name="csX6" fmla="*/ 48403 w 1235767"/>
                <a:gd name="csY6" fmla="*/ 1120380 h 1148302"/>
                <a:gd name="csX7" fmla="*/ 2443 w 1235767"/>
                <a:gd name="csY7" fmla="*/ 1148302 h 1148302"/>
                <a:gd name="csX8" fmla="*/ 0 w 1235767"/>
                <a:gd name="csY8" fmla="*/ 1099914 h 1148302"/>
                <a:gd name="csX9" fmla="*/ 563826 w 1235767"/>
                <a:gd name="csY9" fmla="*/ 39484 h 1148302"/>
                <a:gd name="csX10" fmla="*/ 628819 w 1235767"/>
                <a:gd name="csY10" fmla="*/ 0 h 1148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5767" h="1148302">
                  <a:moveTo>
                    <a:pt x="628819" y="0"/>
                  </a:moveTo>
                  <a:lnTo>
                    <a:pt x="671941" y="26197"/>
                  </a:lnTo>
                  <a:cubicBezTo>
                    <a:pt x="1012113" y="256013"/>
                    <a:pt x="1235767" y="645202"/>
                    <a:pt x="1235767" y="1086627"/>
                  </a:cubicBezTo>
                  <a:lnTo>
                    <a:pt x="1234858" y="1104636"/>
                  </a:lnTo>
                  <a:lnTo>
                    <a:pt x="1155752" y="1066529"/>
                  </a:lnTo>
                  <a:cubicBezTo>
                    <a:pt x="1002755" y="1001817"/>
                    <a:pt x="834542" y="966032"/>
                    <a:pt x="657972" y="966032"/>
                  </a:cubicBezTo>
                  <a:cubicBezTo>
                    <a:pt x="437259" y="966032"/>
                    <a:pt x="229606" y="1021946"/>
                    <a:pt x="48403" y="1120380"/>
                  </a:cubicBezTo>
                  <a:lnTo>
                    <a:pt x="2443" y="1148302"/>
                  </a:lnTo>
                  <a:lnTo>
                    <a:pt x="0" y="1099914"/>
                  </a:lnTo>
                  <a:cubicBezTo>
                    <a:pt x="0" y="658489"/>
                    <a:pt x="223654" y="269300"/>
                    <a:pt x="563826" y="39484"/>
                  </a:cubicBezTo>
                  <a:lnTo>
                    <a:pt x="628819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387197D-EB89-9FBC-8AC1-C385CC4666DB}"/>
                </a:ext>
              </a:extLst>
            </p:cNvPr>
            <p:cNvSpPr/>
            <p:nvPr/>
          </p:nvSpPr>
          <p:spPr>
            <a:xfrm>
              <a:off x="7590511" y="2614827"/>
              <a:ext cx="1327416" cy="1274113"/>
            </a:xfrm>
            <a:custGeom>
              <a:avLst/>
              <a:gdLst>
                <a:gd name="csX0" fmla="*/ 627910 w 1327416"/>
                <a:gd name="csY0" fmla="*/ 0 h 1274113"/>
                <a:gd name="csX1" fmla="*/ 660593 w 1327416"/>
                <a:gd name="csY1" fmla="*/ 15744 h 1274113"/>
                <a:gd name="csX2" fmla="*/ 1323257 w 1327416"/>
                <a:gd name="csY2" fmla="*/ 1009478 h 1274113"/>
                <a:gd name="csX3" fmla="*/ 1327416 w 1327416"/>
                <a:gd name="csY3" fmla="*/ 1091844 h 1274113"/>
                <a:gd name="csX4" fmla="*/ 1281456 w 1327416"/>
                <a:gd name="csY4" fmla="*/ 1119765 h 1274113"/>
                <a:gd name="csX5" fmla="*/ 671887 w 1327416"/>
                <a:gd name="csY5" fmla="*/ 1274113 h 1274113"/>
                <a:gd name="csX6" fmla="*/ 62318 w 1327416"/>
                <a:gd name="csY6" fmla="*/ 1119765 h 1274113"/>
                <a:gd name="csX7" fmla="*/ 0 w 1327416"/>
                <a:gd name="csY7" fmla="*/ 1081906 h 1274113"/>
                <a:gd name="csX8" fmla="*/ 64993 w 1327416"/>
                <a:gd name="csY8" fmla="*/ 1042421 h 1274113"/>
                <a:gd name="csX9" fmla="*/ 622217 w 1327416"/>
                <a:gd name="csY9" fmla="*/ 112744 h 1274113"/>
                <a:gd name="csX10" fmla="*/ 627910 w 1327416"/>
                <a:gd name="csY10" fmla="*/ 0 h 1274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7416" h="1274113">
                  <a:moveTo>
                    <a:pt x="627910" y="0"/>
                  </a:moveTo>
                  <a:lnTo>
                    <a:pt x="660593" y="15744"/>
                  </a:lnTo>
                  <a:cubicBezTo>
                    <a:pt x="1022997" y="212615"/>
                    <a:pt x="1279597" y="579571"/>
                    <a:pt x="1323257" y="1009478"/>
                  </a:cubicBezTo>
                  <a:lnTo>
                    <a:pt x="1327416" y="1091844"/>
                  </a:lnTo>
                  <a:lnTo>
                    <a:pt x="1281456" y="1119765"/>
                  </a:lnTo>
                  <a:cubicBezTo>
                    <a:pt x="1100253" y="1218200"/>
                    <a:pt x="892600" y="1274113"/>
                    <a:pt x="671887" y="1274113"/>
                  </a:cubicBezTo>
                  <a:cubicBezTo>
                    <a:pt x="451174" y="1274113"/>
                    <a:pt x="243521" y="1218200"/>
                    <a:pt x="62318" y="1119765"/>
                  </a:cubicBezTo>
                  <a:lnTo>
                    <a:pt x="0" y="1081906"/>
                  </a:lnTo>
                  <a:lnTo>
                    <a:pt x="64993" y="1042421"/>
                  </a:lnTo>
                  <a:cubicBezTo>
                    <a:pt x="371148" y="835587"/>
                    <a:pt x="582923" y="499661"/>
                    <a:pt x="622217" y="112744"/>
                  </a:cubicBezTo>
                  <a:lnTo>
                    <a:pt x="627910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7EB8CD-24D5-066C-A26D-28BD26A51495}"/>
                </a:ext>
              </a:extLst>
            </p:cNvPr>
            <p:cNvSpPr/>
            <p:nvPr/>
          </p:nvSpPr>
          <p:spPr>
            <a:xfrm>
              <a:off x="6363610" y="2658493"/>
              <a:ext cx="1226901" cy="1217160"/>
            </a:xfrm>
            <a:custGeom>
              <a:avLst/>
              <a:gdLst>
                <a:gd name="csX0" fmla="*/ 622396 w 1226901"/>
                <a:gd name="csY0" fmla="*/ 0 h 1217160"/>
                <a:gd name="csX1" fmla="*/ 626555 w 1226901"/>
                <a:gd name="csY1" fmla="*/ 82365 h 1217160"/>
                <a:gd name="csX2" fmla="*/ 1183779 w 1226901"/>
                <a:gd name="csY2" fmla="*/ 1012042 h 1217160"/>
                <a:gd name="csX3" fmla="*/ 1226901 w 1226901"/>
                <a:gd name="csY3" fmla="*/ 1038240 h 1217160"/>
                <a:gd name="csX4" fmla="*/ 1186454 w 1226901"/>
                <a:gd name="csY4" fmla="*/ 1062812 h 1217160"/>
                <a:gd name="csX5" fmla="*/ 576885 w 1226901"/>
                <a:gd name="csY5" fmla="*/ 1217160 h 1217160"/>
                <a:gd name="csX6" fmla="*/ 79105 w 1226901"/>
                <a:gd name="csY6" fmla="*/ 1116663 h 1217160"/>
                <a:gd name="csX7" fmla="*/ 0 w 1226901"/>
                <a:gd name="csY7" fmla="*/ 1078556 h 1217160"/>
                <a:gd name="csX8" fmla="*/ 5692 w 1226901"/>
                <a:gd name="csY8" fmla="*/ 965812 h 1217160"/>
                <a:gd name="csX9" fmla="*/ 562916 w 1226901"/>
                <a:gd name="csY9" fmla="*/ 36135 h 1217160"/>
                <a:gd name="csX10" fmla="*/ 622396 w 1226901"/>
                <a:gd name="csY10" fmla="*/ 0 h 121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26901" h="1217160">
                  <a:moveTo>
                    <a:pt x="622396" y="0"/>
                  </a:moveTo>
                  <a:lnTo>
                    <a:pt x="626555" y="82365"/>
                  </a:lnTo>
                  <a:cubicBezTo>
                    <a:pt x="665849" y="469282"/>
                    <a:pt x="877624" y="805208"/>
                    <a:pt x="1183779" y="1012042"/>
                  </a:cubicBezTo>
                  <a:lnTo>
                    <a:pt x="1226901" y="1038240"/>
                  </a:lnTo>
                  <a:lnTo>
                    <a:pt x="1186454" y="1062812"/>
                  </a:lnTo>
                  <a:cubicBezTo>
                    <a:pt x="1005252" y="1161247"/>
                    <a:pt x="797598" y="1217160"/>
                    <a:pt x="576885" y="1217160"/>
                  </a:cubicBezTo>
                  <a:cubicBezTo>
                    <a:pt x="400315" y="1217160"/>
                    <a:pt x="232103" y="1181376"/>
                    <a:pt x="79105" y="1116663"/>
                  </a:cubicBezTo>
                  <a:lnTo>
                    <a:pt x="0" y="1078556"/>
                  </a:lnTo>
                  <a:lnTo>
                    <a:pt x="5692" y="965812"/>
                  </a:lnTo>
                  <a:cubicBezTo>
                    <a:pt x="44986" y="578896"/>
                    <a:pt x="256761" y="242969"/>
                    <a:pt x="562916" y="36135"/>
                  </a:cubicBezTo>
                  <a:lnTo>
                    <a:pt x="622396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E07F2F9-627F-8FC1-1563-17F28D0C4AF8}"/>
                    </a:ext>
                  </a:extLst>
                </p:cNvPr>
                <p:cNvSpPr txBox="1"/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E07F2F9-627F-8FC1-1563-17F28D0C4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3333" r="-3333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74AF487-6AE3-37A2-2AA3-8BE4CF394CE7}"/>
              </a:ext>
            </a:extLst>
          </p:cNvPr>
          <p:cNvSpPr txBox="1"/>
          <p:nvPr/>
        </p:nvSpPr>
        <p:spPr>
          <a:xfrm>
            <a:off x="1544142" y="3641777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4C6759-B67D-E8C5-B603-CF879BDC945B}"/>
              </a:ext>
            </a:extLst>
          </p:cNvPr>
          <p:cNvSpPr txBox="1"/>
          <p:nvPr/>
        </p:nvSpPr>
        <p:spPr>
          <a:xfrm>
            <a:off x="2192906" y="328286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90767B-C054-30E2-B2AC-85A7C225DE62}"/>
              </a:ext>
            </a:extLst>
          </p:cNvPr>
          <p:cNvSpPr txBox="1"/>
          <p:nvPr/>
        </p:nvSpPr>
        <p:spPr>
          <a:xfrm>
            <a:off x="2927391" y="3650566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1AACEE-52CB-67F2-BB5F-F7FC77E3AB03}"/>
              </a:ext>
            </a:extLst>
          </p:cNvPr>
          <p:cNvSpPr txBox="1"/>
          <p:nvPr/>
        </p:nvSpPr>
        <p:spPr>
          <a:xfrm>
            <a:off x="2148495" y="4439575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7C2069F-4A4A-2667-FFEF-8D3825E02AE5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9437347-E88B-72F2-5B60-C55DAB3FBF80}"/>
              </a:ext>
            </a:extLst>
          </p:cNvPr>
          <p:cNvSpPr/>
          <p:nvPr/>
        </p:nvSpPr>
        <p:spPr>
          <a:xfrm>
            <a:off x="5275691" y="243632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00A77A3-E626-94CF-3941-C67BD0524C2D}"/>
              </a:ext>
            </a:extLst>
          </p:cNvPr>
          <p:cNvSpPr/>
          <p:nvPr/>
        </p:nvSpPr>
        <p:spPr>
          <a:xfrm>
            <a:off x="640980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079C5C4-4C0B-A876-AE4A-FDAA94D440DA}"/>
              </a:ext>
            </a:extLst>
          </p:cNvPr>
          <p:cNvSpPr/>
          <p:nvPr/>
        </p:nvSpPr>
        <p:spPr>
          <a:xfrm>
            <a:off x="749731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n(C)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8D4B3-9F21-92CF-28AC-DBEA5EBB5226}"/>
              </a:ext>
            </a:extLst>
          </p:cNvPr>
          <p:cNvSpPr txBox="1"/>
          <p:nvPr/>
        </p:nvSpPr>
        <p:spPr>
          <a:xfrm>
            <a:off x="5051612" y="5449709"/>
            <a:ext cx="6104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 + n(C) –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B) - n(B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-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a + b + c + d + f + 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4039E-C5BD-BD42-24C6-34B7FEFCC42E}"/>
              </a:ext>
            </a:extLst>
          </p:cNvPr>
          <p:cNvSpPr txBox="1"/>
          <p:nvPr/>
        </p:nvSpPr>
        <p:spPr>
          <a:xfrm>
            <a:off x="4923902" y="825815"/>
            <a:ext cx="719229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b, c, d, e, f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 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แทนจำนวนสมาชิกในแต่ละส่วนของแผนภาพ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= (a + b + d + e) + (b + c + e + f) + (d + e +f + g)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      +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(b + e) + (d + e) + (e + f)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F3548D-E1FD-1239-63EE-BFA6D7C34B8F}"/>
              </a:ext>
            </a:extLst>
          </p:cNvPr>
          <p:cNvSpPr/>
          <p:nvPr/>
        </p:nvSpPr>
        <p:spPr>
          <a:xfrm>
            <a:off x="5275691" y="3536401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B)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AEE328-6BB6-F624-033B-6EB8DE09B6CB}"/>
              </a:ext>
            </a:extLst>
          </p:cNvPr>
          <p:cNvSpPr/>
          <p:nvPr/>
        </p:nvSpPr>
        <p:spPr>
          <a:xfrm>
            <a:off x="6734369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612BCBA-29FE-1BCD-93C6-94A2D7FA53C0}"/>
              </a:ext>
            </a:extLst>
          </p:cNvPr>
          <p:cNvSpPr/>
          <p:nvPr/>
        </p:nvSpPr>
        <p:spPr>
          <a:xfrm>
            <a:off x="8290475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EAAD16-C82C-FE58-69BC-7159B8FB554F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7B4C937-DACD-A20B-CCA3-71B6194B2248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D415064-9E38-ABAB-EE95-35DEE5EB7829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D73F9B0-A3B3-7D99-2A5A-AA181AFF9E84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636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0C20-55A4-0FC9-F1F0-BF3350A3A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E6DAB2C-106E-E744-34CE-6BD9D76ECA7B}"/>
              </a:ext>
            </a:extLst>
          </p:cNvPr>
          <p:cNvSpPr/>
          <p:nvPr/>
        </p:nvSpPr>
        <p:spPr>
          <a:xfrm>
            <a:off x="102699" y="677793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65326FE-9810-7B09-7CD3-C238F38BA7F4}"/>
              </a:ext>
            </a:extLst>
          </p:cNvPr>
          <p:cNvSpPr/>
          <p:nvPr/>
        </p:nvSpPr>
        <p:spPr>
          <a:xfrm>
            <a:off x="1826696" y="2036746"/>
            <a:ext cx="1131511" cy="1051425"/>
          </a:xfrm>
          <a:custGeom>
            <a:avLst/>
            <a:gdLst>
              <a:gd name="csX0" fmla="*/ 628819 w 1235767"/>
              <a:gd name="csY0" fmla="*/ 0 h 1148302"/>
              <a:gd name="csX1" fmla="*/ 671941 w 1235767"/>
              <a:gd name="csY1" fmla="*/ 26197 h 1148302"/>
              <a:gd name="csX2" fmla="*/ 1235767 w 1235767"/>
              <a:gd name="csY2" fmla="*/ 1086627 h 1148302"/>
              <a:gd name="csX3" fmla="*/ 1234858 w 1235767"/>
              <a:gd name="csY3" fmla="*/ 1104636 h 1148302"/>
              <a:gd name="csX4" fmla="*/ 1155752 w 1235767"/>
              <a:gd name="csY4" fmla="*/ 1066529 h 1148302"/>
              <a:gd name="csX5" fmla="*/ 657972 w 1235767"/>
              <a:gd name="csY5" fmla="*/ 966032 h 1148302"/>
              <a:gd name="csX6" fmla="*/ 48403 w 1235767"/>
              <a:gd name="csY6" fmla="*/ 1120380 h 1148302"/>
              <a:gd name="csX7" fmla="*/ 2443 w 1235767"/>
              <a:gd name="csY7" fmla="*/ 1148302 h 1148302"/>
              <a:gd name="csX8" fmla="*/ 0 w 1235767"/>
              <a:gd name="csY8" fmla="*/ 1099914 h 1148302"/>
              <a:gd name="csX9" fmla="*/ 563826 w 1235767"/>
              <a:gd name="csY9" fmla="*/ 39484 h 1148302"/>
              <a:gd name="csX10" fmla="*/ 628819 w 1235767"/>
              <a:gd name="csY10" fmla="*/ 0 h 1148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5767" h="1148302">
                <a:moveTo>
                  <a:pt x="628819" y="0"/>
                </a:moveTo>
                <a:lnTo>
                  <a:pt x="671941" y="26197"/>
                </a:lnTo>
                <a:cubicBezTo>
                  <a:pt x="1012113" y="256013"/>
                  <a:pt x="1235767" y="645202"/>
                  <a:pt x="1235767" y="1086627"/>
                </a:cubicBezTo>
                <a:lnTo>
                  <a:pt x="1234858" y="1104636"/>
                </a:lnTo>
                <a:lnTo>
                  <a:pt x="1155752" y="1066529"/>
                </a:lnTo>
                <a:cubicBezTo>
                  <a:pt x="1002755" y="1001817"/>
                  <a:pt x="834542" y="966032"/>
                  <a:pt x="657972" y="966032"/>
                </a:cubicBezTo>
                <a:cubicBezTo>
                  <a:pt x="437259" y="966032"/>
                  <a:pt x="229606" y="1021946"/>
                  <a:pt x="48403" y="1120380"/>
                </a:cubicBezTo>
                <a:lnTo>
                  <a:pt x="2443" y="1148302"/>
                </a:lnTo>
                <a:lnTo>
                  <a:pt x="0" y="1099914"/>
                </a:lnTo>
                <a:cubicBezTo>
                  <a:pt x="0" y="658489"/>
                  <a:pt x="223654" y="269300"/>
                  <a:pt x="563826" y="39484"/>
                </a:cubicBezTo>
                <a:lnTo>
                  <a:pt x="628819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313AEF-2B7F-F05F-F820-1CCD9E204A6C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7B4C9-7BB9-F878-385C-DCA9B459C507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51DBE9-DC1B-8654-9FDF-C76B6301A45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B240964-F130-2D60-1ADB-BD91635F60E2}"/>
              </a:ext>
            </a:extLst>
          </p:cNvPr>
          <p:cNvGrpSpPr/>
          <p:nvPr/>
        </p:nvGrpSpPr>
        <p:grpSpPr>
          <a:xfrm>
            <a:off x="2137800" y="859865"/>
            <a:ext cx="1724969" cy="461665"/>
            <a:chOff x="96740" y="1202460"/>
            <a:chExt cx="1724969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99EAB7D-D51B-4A05-6A91-DB2D19204E4C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D4BF789-1140-E58D-9570-B0F563C12924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2C98380-110B-6F62-A1AF-E102744002A7}"/>
              </a:ext>
            </a:extLst>
          </p:cNvPr>
          <p:cNvSpPr txBox="1"/>
          <p:nvPr/>
        </p:nvSpPr>
        <p:spPr>
          <a:xfrm>
            <a:off x="2137800" y="89799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A1E97A-F76F-8E14-B5C5-866D197ED3C9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C2F1863-0D01-F902-045D-768B382F5189}"/>
              </a:ext>
            </a:extLst>
          </p:cNvPr>
          <p:cNvSpPr/>
          <p:nvPr/>
        </p:nvSpPr>
        <p:spPr>
          <a:xfrm>
            <a:off x="206189" y="5449709"/>
            <a:ext cx="4473388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 U C) = a + b + c + d + e + f +g 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B27F7D1-32E2-EA10-A8D6-A68B625B20C4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8262E-1772-3A90-BA8B-7C8A2396CD9D}"/>
              </a:ext>
            </a:extLst>
          </p:cNvPr>
          <p:cNvSpPr txBox="1"/>
          <p:nvPr/>
        </p:nvSpPr>
        <p:spPr>
          <a:xfrm>
            <a:off x="1226145" y="2638611"/>
            <a:ext cx="2592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2D26F-7398-F8A5-074E-7AB227EF9E2E}"/>
              </a:ext>
            </a:extLst>
          </p:cNvPr>
          <p:cNvSpPr txBox="1"/>
          <p:nvPr/>
        </p:nvSpPr>
        <p:spPr>
          <a:xfrm>
            <a:off x="2148495" y="257498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D471C-1347-81AC-DB2E-9B4E8387ED53}"/>
              </a:ext>
            </a:extLst>
          </p:cNvPr>
          <p:cNvSpPr txBox="1"/>
          <p:nvPr/>
        </p:nvSpPr>
        <p:spPr>
          <a:xfrm>
            <a:off x="3271570" y="2568595"/>
            <a:ext cx="4107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A6F338-503F-86A4-D1C1-C3940D63A69E}"/>
                  </a:ext>
                </a:extLst>
              </p:cNvPr>
              <p:cNvSpPr txBox="1"/>
              <p:nvPr/>
            </p:nvSpPr>
            <p:spPr>
              <a:xfrm>
                <a:off x="1465396" y="1531851"/>
                <a:ext cx="178187" cy="253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A6F338-503F-86A4-D1C1-C3940D63A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96" y="1531851"/>
                <a:ext cx="178187" cy="253630"/>
              </a:xfrm>
              <a:prstGeom prst="rect">
                <a:avLst/>
              </a:prstGeom>
              <a:blipFill>
                <a:blip r:embed="rId2"/>
                <a:stretch>
                  <a:fillRect l="-33333" r="-3666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63EA9-5775-6220-69F7-76B37B51B1EF}"/>
                  </a:ext>
                </a:extLst>
              </p:cNvPr>
              <p:cNvSpPr txBox="1"/>
              <p:nvPr/>
            </p:nvSpPr>
            <p:spPr>
              <a:xfrm>
                <a:off x="2997640" y="1508070"/>
                <a:ext cx="187698" cy="253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63EA9-5775-6220-69F7-76B37B51B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640" y="1508070"/>
                <a:ext cx="187698" cy="253630"/>
              </a:xfrm>
              <a:prstGeom prst="rect">
                <a:avLst/>
              </a:prstGeom>
              <a:blipFill>
                <a:blip r:embed="rId3"/>
                <a:stretch>
                  <a:fillRect l="-38710" r="-290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CDB32F3-E72D-D4E3-79A9-522CA6BBBCAA}"/>
              </a:ext>
            </a:extLst>
          </p:cNvPr>
          <p:cNvSpPr/>
          <p:nvPr/>
        </p:nvSpPr>
        <p:spPr>
          <a:xfrm>
            <a:off x="616316" y="1860753"/>
            <a:ext cx="1786148" cy="2214980"/>
          </a:xfrm>
          <a:custGeom>
            <a:avLst/>
            <a:gdLst>
              <a:gd name="csX0" fmla="*/ 1278835 w 1950722"/>
              <a:gd name="csY0" fmla="*/ 0 h 2419066"/>
              <a:gd name="csX1" fmla="*/ 1888404 w 1950722"/>
              <a:gd name="csY1" fmla="*/ 154348 h 2419066"/>
              <a:gd name="csX2" fmla="*/ 1950722 w 1950722"/>
              <a:gd name="csY2" fmla="*/ 192208 h 2419066"/>
              <a:gd name="csX3" fmla="*/ 1885729 w 1950722"/>
              <a:gd name="csY3" fmla="*/ 231692 h 2419066"/>
              <a:gd name="csX4" fmla="*/ 1321903 w 1950722"/>
              <a:gd name="csY4" fmla="*/ 1292122 h 2419066"/>
              <a:gd name="csX5" fmla="*/ 1324346 w 1950722"/>
              <a:gd name="csY5" fmla="*/ 1340510 h 2419066"/>
              <a:gd name="csX6" fmla="*/ 1264866 w 1950722"/>
              <a:gd name="csY6" fmla="*/ 1376645 h 2419066"/>
              <a:gd name="csX7" fmla="*/ 707642 w 1950722"/>
              <a:gd name="csY7" fmla="*/ 2306322 h 2419066"/>
              <a:gd name="csX8" fmla="*/ 701950 w 1950722"/>
              <a:gd name="csY8" fmla="*/ 2419066 h 2419066"/>
              <a:gd name="csX9" fmla="*/ 669266 w 1950722"/>
              <a:gd name="csY9" fmla="*/ 2403322 h 2419066"/>
              <a:gd name="csX10" fmla="*/ 0 w 1950722"/>
              <a:gd name="csY10" fmla="*/ 1278835 h 2419066"/>
              <a:gd name="csX11" fmla="*/ 1278835 w 1950722"/>
              <a:gd name="csY11" fmla="*/ 0 h 24190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50722" h="2419066">
                <a:moveTo>
                  <a:pt x="1278835" y="0"/>
                </a:moveTo>
                <a:cubicBezTo>
                  <a:pt x="1499548" y="0"/>
                  <a:pt x="1707202" y="55914"/>
                  <a:pt x="1888404" y="154348"/>
                </a:cubicBezTo>
                <a:lnTo>
                  <a:pt x="1950722" y="192208"/>
                </a:lnTo>
                <a:lnTo>
                  <a:pt x="1885729" y="231692"/>
                </a:lnTo>
                <a:cubicBezTo>
                  <a:pt x="1545557" y="461508"/>
                  <a:pt x="1321903" y="850697"/>
                  <a:pt x="1321903" y="1292122"/>
                </a:cubicBezTo>
                <a:lnTo>
                  <a:pt x="1324346" y="1340510"/>
                </a:lnTo>
                <a:lnTo>
                  <a:pt x="1264866" y="1376645"/>
                </a:lnTo>
                <a:cubicBezTo>
                  <a:pt x="958711" y="1583479"/>
                  <a:pt x="746936" y="1919406"/>
                  <a:pt x="707642" y="2306322"/>
                </a:cubicBezTo>
                <a:lnTo>
                  <a:pt x="701950" y="2419066"/>
                </a:lnTo>
                <a:lnTo>
                  <a:pt x="669266" y="2403322"/>
                </a:lnTo>
                <a:cubicBezTo>
                  <a:pt x="270621" y="2186765"/>
                  <a:pt x="0" y="1764403"/>
                  <a:pt x="0" y="1278835"/>
                </a:cubicBezTo>
                <a:cubicBezTo>
                  <a:pt x="0" y="572554"/>
                  <a:pt x="572554" y="0"/>
                  <a:pt x="1278835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48689DE-66D7-49DE-B852-721F79728462}"/>
              </a:ext>
            </a:extLst>
          </p:cNvPr>
          <p:cNvSpPr/>
          <p:nvPr/>
        </p:nvSpPr>
        <p:spPr>
          <a:xfrm>
            <a:off x="2402464" y="1872919"/>
            <a:ext cx="1766122" cy="2174999"/>
          </a:xfrm>
          <a:custGeom>
            <a:avLst/>
            <a:gdLst>
              <a:gd name="csX0" fmla="*/ 650016 w 1928851"/>
              <a:gd name="csY0" fmla="*/ 0 h 2375401"/>
              <a:gd name="csX1" fmla="*/ 1928851 w 1928851"/>
              <a:gd name="csY1" fmla="*/ 1278835 h 2375401"/>
              <a:gd name="csX2" fmla="*/ 1365025 w 1928851"/>
              <a:gd name="csY2" fmla="*/ 2339265 h 2375401"/>
              <a:gd name="csX3" fmla="*/ 1305545 w 1928851"/>
              <a:gd name="csY3" fmla="*/ 2375401 h 2375401"/>
              <a:gd name="csX4" fmla="*/ 1301386 w 1928851"/>
              <a:gd name="csY4" fmla="*/ 2293035 h 2375401"/>
              <a:gd name="csX5" fmla="*/ 638722 w 1928851"/>
              <a:gd name="csY5" fmla="*/ 1299301 h 2375401"/>
              <a:gd name="csX6" fmla="*/ 606039 w 1928851"/>
              <a:gd name="csY6" fmla="*/ 1283557 h 2375401"/>
              <a:gd name="csX7" fmla="*/ 606948 w 1928851"/>
              <a:gd name="csY7" fmla="*/ 1265548 h 2375401"/>
              <a:gd name="csX8" fmla="*/ 43122 w 1928851"/>
              <a:gd name="csY8" fmla="*/ 205118 h 2375401"/>
              <a:gd name="csX9" fmla="*/ 0 w 1928851"/>
              <a:gd name="csY9" fmla="*/ 178921 h 2375401"/>
              <a:gd name="csX10" fmla="*/ 40447 w 1928851"/>
              <a:gd name="csY10" fmla="*/ 154348 h 2375401"/>
              <a:gd name="csX11" fmla="*/ 650016 w 1928851"/>
              <a:gd name="csY11" fmla="*/ 0 h 2375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928851" h="2375401">
                <a:moveTo>
                  <a:pt x="650016" y="0"/>
                </a:moveTo>
                <a:cubicBezTo>
                  <a:pt x="1356297" y="0"/>
                  <a:pt x="1928851" y="572554"/>
                  <a:pt x="1928851" y="1278835"/>
                </a:cubicBezTo>
                <a:cubicBezTo>
                  <a:pt x="1928851" y="1720261"/>
                  <a:pt x="1705197" y="2109449"/>
                  <a:pt x="1365025" y="2339265"/>
                </a:cubicBezTo>
                <a:lnTo>
                  <a:pt x="1305545" y="2375401"/>
                </a:lnTo>
                <a:lnTo>
                  <a:pt x="1301386" y="2293035"/>
                </a:lnTo>
                <a:cubicBezTo>
                  <a:pt x="1257726" y="1863128"/>
                  <a:pt x="1001126" y="1496172"/>
                  <a:pt x="638722" y="1299301"/>
                </a:cubicBezTo>
                <a:lnTo>
                  <a:pt x="606039" y="1283557"/>
                </a:lnTo>
                <a:lnTo>
                  <a:pt x="606948" y="1265548"/>
                </a:lnTo>
                <a:cubicBezTo>
                  <a:pt x="606948" y="824123"/>
                  <a:pt x="383294" y="434934"/>
                  <a:pt x="43122" y="205118"/>
                </a:cubicBezTo>
                <a:lnTo>
                  <a:pt x="0" y="178921"/>
                </a:lnTo>
                <a:lnTo>
                  <a:pt x="40447" y="154348"/>
                </a:lnTo>
                <a:cubicBezTo>
                  <a:pt x="221650" y="55914"/>
                  <a:pt x="429303" y="0"/>
                  <a:pt x="650016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A183904-8455-794A-6F8E-BECC678A3F75}"/>
              </a:ext>
            </a:extLst>
          </p:cNvPr>
          <p:cNvSpPr/>
          <p:nvPr/>
        </p:nvSpPr>
        <p:spPr>
          <a:xfrm>
            <a:off x="1828933" y="2921277"/>
            <a:ext cx="1128441" cy="1117541"/>
          </a:xfrm>
          <a:custGeom>
            <a:avLst/>
            <a:gdLst>
              <a:gd name="csX0" fmla="*/ 655529 w 1232415"/>
              <a:gd name="csY0" fmla="*/ 0 h 1220510"/>
              <a:gd name="csX1" fmla="*/ 1153309 w 1232415"/>
              <a:gd name="csY1" fmla="*/ 100497 h 1220510"/>
              <a:gd name="csX2" fmla="*/ 1232415 w 1232415"/>
              <a:gd name="csY2" fmla="*/ 138604 h 1220510"/>
              <a:gd name="csX3" fmla="*/ 1226722 w 1232415"/>
              <a:gd name="csY3" fmla="*/ 251348 h 1220510"/>
              <a:gd name="csX4" fmla="*/ 669498 w 1232415"/>
              <a:gd name="csY4" fmla="*/ 1181025 h 1220510"/>
              <a:gd name="csX5" fmla="*/ 604505 w 1232415"/>
              <a:gd name="csY5" fmla="*/ 1220510 h 1220510"/>
              <a:gd name="csX6" fmla="*/ 561383 w 1232415"/>
              <a:gd name="csY6" fmla="*/ 1194312 h 1220510"/>
              <a:gd name="csX7" fmla="*/ 4159 w 1232415"/>
              <a:gd name="csY7" fmla="*/ 264635 h 1220510"/>
              <a:gd name="csX8" fmla="*/ 0 w 1232415"/>
              <a:gd name="csY8" fmla="*/ 182270 h 1220510"/>
              <a:gd name="csX9" fmla="*/ 45960 w 1232415"/>
              <a:gd name="csY9" fmla="*/ 154348 h 1220510"/>
              <a:gd name="csX10" fmla="*/ 655529 w 1232415"/>
              <a:gd name="csY10" fmla="*/ 0 h 12205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32415" h="1220510">
                <a:moveTo>
                  <a:pt x="655529" y="0"/>
                </a:moveTo>
                <a:cubicBezTo>
                  <a:pt x="832099" y="0"/>
                  <a:pt x="1000312" y="35785"/>
                  <a:pt x="1153309" y="100497"/>
                </a:cubicBezTo>
                <a:lnTo>
                  <a:pt x="1232415" y="138604"/>
                </a:lnTo>
                <a:lnTo>
                  <a:pt x="1226722" y="251348"/>
                </a:lnTo>
                <a:cubicBezTo>
                  <a:pt x="1187428" y="638265"/>
                  <a:pt x="975653" y="974191"/>
                  <a:pt x="669498" y="1181025"/>
                </a:cubicBezTo>
                <a:lnTo>
                  <a:pt x="604505" y="1220510"/>
                </a:lnTo>
                <a:lnTo>
                  <a:pt x="561383" y="1194312"/>
                </a:lnTo>
                <a:cubicBezTo>
                  <a:pt x="255228" y="987478"/>
                  <a:pt x="43453" y="651552"/>
                  <a:pt x="4159" y="264635"/>
                </a:cubicBezTo>
                <a:lnTo>
                  <a:pt x="0" y="182270"/>
                </a:lnTo>
                <a:lnTo>
                  <a:pt x="45960" y="154348"/>
                </a:lnTo>
                <a:cubicBezTo>
                  <a:pt x="227163" y="55914"/>
                  <a:pt x="434816" y="0"/>
                  <a:pt x="655529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E6647CC-4FFB-0751-572A-B3F2CA18DC5A}"/>
              </a:ext>
            </a:extLst>
          </p:cNvPr>
          <p:cNvSpPr/>
          <p:nvPr/>
        </p:nvSpPr>
        <p:spPr>
          <a:xfrm>
            <a:off x="1258211" y="4038818"/>
            <a:ext cx="2341890" cy="1224350"/>
          </a:xfrm>
          <a:custGeom>
            <a:avLst/>
            <a:gdLst>
              <a:gd name="csX0" fmla="*/ 1227811 w 2557670"/>
              <a:gd name="csY0" fmla="*/ 0 h 1337160"/>
              <a:gd name="csX1" fmla="*/ 1290129 w 2557670"/>
              <a:gd name="csY1" fmla="*/ 37859 h 1337160"/>
              <a:gd name="csX2" fmla="*/ 1899698 w 2557670"/>
              <a:gd name="csY2" fmla="*/ 192207 h 1337160"/>
              <a:gd name="csX3" fmla="*/ 2509267 w 2557670"/>
              <a:gd name="csY3" fmla="*/ 37859 h 1337160"/>
              <a:gd name="csX4" fmla="*/ 2555227 w 2557670"/>
              <a:gd name="csY4" fmla="*/ 9938 h 1337160"/>
              <a:gd name="csX5" fmla="*/ 2557670 w 2557670"/>
              <a:gd name="csY5" fmla="*/ 58325 h 1337160"/>
              <a:gd name="csX6" fmla="*/ 1278835 w 2557670"/>
              <a:gd name="csY6" fmla="*/ 1337160 h 1337160"/>
              <a:gd name="csX7" fmla="*/ 0 w 2557670"/>
              <a:gd name="csY7" fmla="*/ 58325 h 1337160"/>
              <a:gd name="csX8" fmla="*/ 910 w 2557670"/>
              <a:gd name="csY8" fmla="*/ 40316 h 1337160"/>
              <a:gd name="csX9" fmla="*/ 80015 w 2557670"/>
              <a:gd name="csY9" fmla="*/ 78423 h 1337160"/>
              <a:gd name="csX10" fmla="*/ 577795 w 2557670"/>
              <a:gd name="csY10" fmla="*/ 178920 h 1337160"/>
              <a:gd name="csX11" fmla="*/ 1187364 w 2557670"/>
              <a:gd name="csY11" fmla="*/ 24572 h 1337160"/>
              <a:gd name="csX12" fmla="*/ 1227811 w 2557670"/>
              <a:gd name="csY12" fmla="*/ 0 h 133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57670" h="1337160">
                <a:moveTo>
                  <a:pt x="1227811" y="0"/>
                </a:moveTo>
                <a:lnTo>
                  <a:pt x="1290129" y="37859"/>
                </a:lnTo>
                <a:cubicBezTo>
                  <a:pt x="1471332" y="136294"/>
                  <a:pt x="1678985" y="192207"/>
                  <a:pt x="1899698" y="192207"/>
                </a:cubicBezTo>
                <a:cubicBezTo>
                  <a:pt x="2120411" y="192207"/>
                  <a:pt x="2328064" y="136294"/>
                  <a:pt x="2509267" y="37859"/>
                </a:cubicBezTo>
                <a:lnTo>
                  <a:pt x="2555227" y="9938"/>
                </a:lnTo>
                <a:lnTo>
                  <a:pt x="2557670" y="58325"/>
                </a:lnTo>
                <a:cubicBezTo>
                  <a:pt x="2557670" y="764606"/>
                  <a:pt x="1985116" y="1337160"/>
                  <a:pt x="1278835" y="1337160"/>
                </a:cubicBezTo>
                <a:cubicBezTo>
                  <a:pt x="572554" y="1337160"/>
                  <a:pt x="0" y="764606"/>
                  <a:pt x="0" y="58325"/>
                </a:cubicBezTo>
                <a:lnTo>
                  <a:pt x="910" y="40316"/>
                </a:lnTo>
                <a:lnTo>
                  <a:pt x="80015" y="78423"/>
                </a:lnTo>
                <a:cubicBezTo>
                  <a:pt x="233013" y="143136"/>
                  <a:pt x="401225" y="178920"/>
                  <a:pt x="577795" y="178920"/>
                </a:cubicBezTo>
                <a:cubicBezTo>
                  <a:pt x="798508" y="178920"/>
                  <a:pt x="1006162" y="123007"/>
                  <a:pt x="1187364" y="24572"/>
                </a:cubicBezTo>
                <a:lnTo>
                  <a:pt x="1227811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10C8C5B-2608-7563-B8A8-03A3D13E6A80}"/>
              </a:ext>
            </a:extLst>
          </p:cNvPr>
          <p:cNvSpPr/>
          <p:nvPr/>
        </p:nvSpPr>
        <p:spPr>
          <a:xfrm>
            <a:off x="2382438" y="3048188"/>
            <a:ext cx="1215428" cy="1166622"/>
          </a:xfrm>
          <a:custGeom>
            <a:avLst/>
            <a:gdLst>
              <a:gd name="csX0" fmla="*/ 627910 w 1327416"/>
              <a:gd name="csY0" fmla="*/ 0 h 1274113"/>
              <a:gd name="csX1" fmla="*/ 660593 w 1327416"/>
              <a:gd name="csY1" fmla="*/ 15744 h 1274113"/>
              <a:gd name="csX2" fmla="*/ 1323257 w 1327416"/>
              <a:gd name="csY2" fmla="*/ 1009478 h 1274113"/>
              <a:gd name="csX3" fmla="*/ 1327416 w 1327416"/>
              <a:gd name="csY3" fmla="*/ 1091844 h 1274113"/>
              <a:gd name="csX4" fmla="*/ 1281456 w 1327416"/>
              <a:gd name="csY4" fmla="*/ 1119765 h 1274113"/>
              <a:gd name="csX5" fmla="*/ 671887 w 1327416"/>
              <a:gd name="csY5" fmla="*/ 1274113 h 1274113"/>
              <a:gd name="csX6" fmla="*/ 62318 w 1327416"/>
              <a:gd name="csY6" fmla="*/ 1119765 h 1274113"/>
              <a:gd name="csX7" fmla="*/ 0 w 1327416"/>
              <a:gd name="csY7" fmla="*/ 1081906 h 1274113"/>
              <a:gd name="csX8" fmla="*/ 64993 w 1327416"/>
              <a:gd name="csY8" fmla="*/ 1042421 h 1274113"/>
              <a:gd name="csX9" fmla="*/ 622217 w 1327416"/>
              <a:gd name="csY9" fmla="*/ 112744 h 1274113"/>
              <a:gd name="csX10" fmla="*/ 627910 w 1327416"/>
              <a:gd name="csY10" fmla="*/ 0 h 127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27416" h="1274113">
                <a:moveTo>
                  <a:pt x="627910" y="0"/>
                </a:moveTo>
                <a:lnTo>
                  <a:pt x="660593" y="15744"/>
                </a:lnTo>
                <a:cubicBezTo>
                  <a:pt x="1022997" y="212615"/>
                  <a:pt x="1279597" y="579571"/>
                  <a:pt x="1323257" y="1009478"/>
                </a:cubicBezTo>
                <a:lnTo>
                  <a:pt x="1327416" y="1091844"/>
                </a:lnTo>
                <a:lnTo>
                  <a:pt x="1281456" y="1119765"/>
                </a:lnTo>
                <a:cubicBezTo>
                  <a:pt x="1100253" y="1218200"/>
                  <a:pt x="892600" y="1274113"/>
                  <a:pt x="671887" y="1274113"/>
                </a:cubicBezTo>
                <a:cubicBezTo>
                  <a:pt x="451174" y="1274113"/>
                  <a:pt x="243521" y="1218200"/>
                  <a:pt x="62318" y="1119765"/>
                </a:cubicBezTo>
                <a:lnTo>
                  <a:pt x="0" y="1081906"/>
                </a:lnTo>
                <a:lnTo>
                  <a:pt x="64993" y="1042421"/>
                </a:lnTo>
                <a:cubicBezTo>
                  <a:pt x="371148" y="835587"/>
                  <a:pt x="582923" y="499661"/>
                  <a:pt x="622217" y="112744"/>
                </a:cubicBezTo>
                <a:lnTo>
                  <a:pt x="627910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5D7C333-5C61-5824-2861-6C03FA81DC03}"/>
              </a:ext>
            </a:extLst>
          </p:cNvPr>
          <p:cNvSpPr/>
          <p:nvPr/>
        </p:nvSpPr>
        <p:spPr>
          <a:xfrm>
            <a:off x="1259045" y="3088170"/>
            <a:ext cx="1123393" cy="1114474"/>
          </a:xfrm>
          <a:custGeom>
            <a:avLst/>
            <a:gdLst>
              <a:gd name="csX0" fmla="*/ 622396 w 1226901"/>
              <a:gd name="csY0" fmla="*/ 0 h 1217160"/>
              <a:gd name="csX1" fmla="*/ 626555 w 1226901"/>
              <a:gd name="csY1" fmla="*/ 82365 h 1217160"/>
              <a:gd name="csX2" fmla="*/ 1183779 w 1226901"/>
              <a:gd name="csY2" fmla="*/ 1012042 h 1217160"/>
              <a:gd name="csX3" fmla="*/ 1226901 w 1226901"/>
              <a:gd name="csY3" fmla="*/ 1038240 h 1217160"/>
              <a:gd name="csX4" fmla="*/ 1186454 w 1226901"/>
              <a:gd name="csY4" fmla="*/ 1062812 h 1217160"/>
              <a:gd name="csX5" fmla="*/ 576885 w 1226901"/>
              <a:gd name="csY5" fmla="*/ 1217160 h 1217160"/>
              <a:gd name="csX6" fmla="*/ 79105 w 1226901"/>
              <a:gd name="csY6" fmla="*/ 1116663 h 1217160"/>
              <a:gd name="csX7" fmla="*/ 0 w 1226901"/>
              <a:gd name="csY7" fmla="*/ 1078556 h 1217160"/>
              <a:gd name="csX8" fmla="*/ 5692 w 1226901"/>
              <a:gd name="csY8" fmla="*/ 965812 h 1217160"/>
              <a:gd name="csX9" fmla="*/ 562916 w 1226901"/>
              <a:gd name="csY9" fmla="*/ 36135 h 1217160"/>
              <a:gd name="csX10" fmla="*/ 622396 w 1226901"/>
              <a:gd name="csY10" fmla="*/ 0 h 1217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26901" h="1217160">
                <a:moveTo>
                  <a:pt x="622396" y="0"/>
                </a:moveTo>
                <a:lnTo>
                  <a:pt x="626555" y="82365"/>
                </a:lnTo>
                <a:cubicBezTo>
                  <a:pt x="665849" y="469282"/>
                  <a:pt x="877624" y="805208"/>
                  <a:pt x="1183779" y="1012042"/>
                </a:cubicBezTo>
                <a:lnTo>
                  <a:pt x="1226901" y="1038240"/>
                </a:lnTo>
                <a:lnTo>
                  <a:pt x="1186454" y="1062812"/>
                </a:lnTo>
                <a:cubicBezTo>
                  <a:pt x="1005252" y="1161247"/>
                  <a:pt x="797598" y="1217160"/>
                  <a:pt x="576885" y="1217160"/>
                </a:cubicBezTo>
                <a:cubicBezTo>
                  <a:pt x="400315" y="1217160"/>
                  <a:pt x="232103" y="1181376"/>
                  <a:pt x="79105" y="1116663"/>
                </a:cubicBezTo>
                <a:lnTo>
                  <a:pt x="0" y="1078556"/>
                </a:lnTo>
                <a:lnTo>
                  <a:pt x="5692" y="965812"/>
                </a:lnTo>
                <a:cubicBezTo>
                  <a:pt x="44986" y="578896"/>
                  <a:pt x="256761" y="242969"/>
                  <a:pt x="562916" y="36135"/>
                </a:cubicBezTo>
                <a:lnTo>
                  <a:pt x="62239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48B8872-671C-A756-E49B-38144CC9279E}"/>
                  </a:ext>
                </a:extLst>
              </p:cNvPr>
              <p:cNvSpPr txBox="1"/>
              <p:nvPr/>
            </p:nvSpPr>
            <p:spPr>
              <a:xfrm>
                <a:off x="3422033" y="4998359"/>
                <a:ext cx="178069" cy="253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48B8872-671C-A756-E49B-38144CC92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033" y="4998359"/>
                <a:ext cx="178069" cy="253630"/>
              </a:xfrm>
              <a:prstGeom prst="rect">
                <a:avLst/>
              </a:prstGeom>
              <a:blipFill>
                <a:blip r:embed="rId4"/>
                <a:stretch>
                  <a:fillRect l="-33333" r="-3333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3F9B9F6-6086-214E-BEE7-E2871FD63EAE}"/>
              </a:ext>
            </a:extLst>
          </p:cNvPr>
          <p:cNvSpPr txBox="1"/>
          <p:nvPr/>
        </p:nvSpPr>
        <p:spPr>
          <a:xfrm>
            <a:off x="1544142" y="3641777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702C5F-4A56-82BA-67A7-E4B4ECD9D3CD}"/>
              </a:ext>
            </a:extLst>
          </p:cNvPr>
          <p:cNvSpPr txBox="1"/>
          <p:nvPr/>
        </p:nvSpPr>
        <p:spPr>
          <a:xfrm>
            <a:off x="2192906" y="328286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BA435B-3B41-83EC-1816-A56E556AD31A}"/>
              </a:ext>
            </a:extLst>
          </p:cNvPr>
          <p:cNvSpPr txBox="1"/>
          <p:nvPr/>
        </p:nvSpPr>
        <p:spPr>
          <a:xfrm>
            <a:off x="2927391" y="3650566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6CC44F-568A-1FE3-11BC-63D4E3FDC098}"/>
              </a:ext>
            </a:extLst>
          </p:cNvPr>
          <p:cNvSpPr txBox="1"/>
          <p:nvPr/>
        </p:nvSpPr>
        <p:spPr>
          <a:xfrm>
            <a:off x="2148495" y="4439575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CB0FBFC-136F-E57B-CB3F-D48F3CC6F41B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2B80C45-6498-9985-D779-10232EA89EC7}"/>
              </a:ext>
            </a:extLst>
          </p:cNvPr>
          <p:cNvSpPr/>
          <p:nvPr/>
        </p:nvSpPr>
        <p:spPr>
          <a:xfrm>
            <a:off x="5275691" y="243632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A634497-6DDE-7AD3-DA7D-2B820D516AC7}"/>
              </a:ext>
            </a:extLst>
          </p:cNvPr>
          <p:cNvSpPr/>
          <p:nvPr/>
        </p:nvSpPr>
        <p:spPr>
          <a:xfrm>
            <a:off x="640980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6DF2EDB-61C1-F7B3-C80D-09D46766A5E4}"/>
              </a:ext>
            </a:extLst>
          </p:cNvPr>
          <p:cNvSpPr/>
          <p:nvPr/>
        </p:nvSpPr>
        <p:spPr>
          <a:xfrm>
            <a:off x="749731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n(C)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DE154-0423-6724-351B-F856E175D4C6}"/>
              </a:ext>
            </a:extLst>
          </p:cNvPr>
          <p:cNvSpPr txBox="1"/>
          <p:nvPr/>
        </p:nvSpPr>
        <p:spPr>
          <a:xfrm>
            <a:off x="5051612" y="5449709"/>
            <a:ext cx="6104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</a:t>
            </a: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 + n(C) –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B) - n(B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-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  <a:endParaRPr lang="th-TH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a + b + c + d + f + 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82419F-A5CD-02FF-59EE-FBB11954BD3C}"/>
              </a:ext>
            </a:extLst>
          </p:cNvPr>
          <p:cNvSpPr txBox="1"/>
          <p:nvPr/>
        </p:nvSpPr>
        <p:spPr>
          <a:xfrm>
            <a:off x="4923902" y="825815"/>
            <a:ext cx="7192292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b, c, d, e, f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 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แทนจำนวนสมาชิกในแต่ละส่วนของแผนภาพ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= (a + b + d + e) + (b + c + e + f) + (d + e +f + g)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      +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(b + e) + (d + e) + (e + f)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30BC3C-848F-EB9E-4A64-E78D458D9865}"/>
              </a:ext>
            </a:extLst>
          </p:cNvPr>
          <p:cNvSpPr/>
          <p:nvPr/>
        </p:nvSpPr>
        <p:spPr>
          <a:xfrm>
            <a:off x="5275691" y="3536401"/>
            <a:ext cx="1177422" cy="41679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B)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70734D-430A-633C-FA6C-D8184264EC28}"/>
              </a:ext>
            </a:extLst>
          </p:cNvPr>
          <p:cNvSpPr/>
          <p:nvPr/>
        </p:nvSpPr>
        <p:spPr>
          <a:xfrm>
            <a:off x="6734369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3E69D0C-B1BB-7105-74CF-C6D6A6FB9D41}"/>
              </a:ext>
            </a:extLst>
          </p:cNvPr>
          <p:cNvSpPr/>
          <p:nvPr/>
        </p:nvSpPr>
        <p:spPr>
          <a:xfrm>
            <a:off x="8290475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B162EE7-FF44-94B3-EC9E-557402CABD62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5DEB28B-9FD2-D665-5B58-940E1BA392EC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87B20E7-1596-C67C-6A9E-23EE993ED8A7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04EA72F-2C43-4535-0F36-438561285D81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2793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BC2D1-7769-7EF7-AF61-2359EF30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C72DF42-A4CD-8CFD-0FA7-5647FCA61128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92FB6-3AF8-CD0D-CAA3-C44D8ECB183E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25E14-5E84-902F-EAFF-46AA3ECA2084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AE495E-8F16-8200-523E-CCBF41323A1C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20E986-1A4D-CACE-FC0B-D8C0F6A7B728}"/>
              </a:ext>
            </a:extLst>
          </p:cNvPr>
          <p:cNvGrpSpPr/>
          <p:nvPr/>
        </p:nvGrpSpPr>
        <p:grpSpPr>
          <a:xfrm>
            <a:off x="2137800" y="859865"/>
            <a:ext cx="1724969" cy="461665"/>
            <a:chOff x="96740" y="1202460"/>
            <a:chExt cx="1724969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643E8AD-DF3D-CC48-CA50-9A8D5B302AD9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8AEAA36-8AD5-F26A-0355-8902B4543C9F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0D5A025-7DED-E8B5-69F9-B235D0D71665}"/>
              </a:ext>
            </a:extLst>
          </p:cNvPr>
          <p:cNvSpPr txBox="1"/>
          <p:nvPr/>
        </p:nvSpPr>
        <p:spPr>
          <a:xfrm>
            <a:off x="2137800" y="89799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8D8006-DFA9-A6F5-19D1-32C4DB3D83CB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AEA570D-0628-94D3-3E96-A13D04DCBDF4}"/>
              </a:ext>
            </a:extLst>
          </p:cNvPr>
          <p:cNvSpPr/>
          <p:nvPr/>
        </p:nvSpPr>
        <p:spPr>
          <a:xfrm>
            <a:off x="206189" y="5449709"/>
            <a:ext cx="4473388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 U C) = a + b + c + d + e + f +g 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27E1E6-70F1-6F70-3BC7-CCF9523564A1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F5A953-FE07-C144-2040-8C3FA45439F0}"/>
              </a:ext>
            </a:extLst>
          </p:cNvPr>
          <p:cNvSpPr txBox="1"/>
          <p:nvPr/>
        </p:nvSpPr>
        <p:spPr>
          <a:xfrm>
            <a:off x="4961968" y="5459188"/>
            <a:ext cx="70105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ขั้นตอนที่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</a:t>
            </a: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n(A) + n(B) + n(C) –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B) - n(B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-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+ n(A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C) </a:t>
            </a: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a + b + c + e + d + f + 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8C95A-C6A3-CC54-3CF0-C6A40AAA4E3E}"/>
              </a:ext>
            </a:extLst>
          </p:cNvPr>
          <p:cNvSpPr txBox="1"/>
          <p:nvPr/>
        </p:nvSpPr>
        <p:spPr>
          <a:xfrm>
            <a:off x="1226145" y="2638611"/>
            <a:ext cx="2592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F6C8F5-D5E1-DFA9-C14A-447F0895FC4A}"/>
              </a:ext>
            </a:extLst>
          </p:cNvPr>
          <p:cNvSpPr txBox="1"/>
          <p:nvPr/>
        </p:nvSpPr>
        <p:spPr>
          <a:xfrm>
            <a:off x="2148495" y="257498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DF6F53-2769-DEC5-1294-597362CCD75C}"/>
              </a:ext>
            </a:extLst>
          </p:cNvPr>
          <p:cNvSpPr txBox="1"/>
          <p:nvPr/>
        </p:nvSpPr>
        <p:spPr>
          <a:xfrm>
            <a:off x="3271570" y="2568595"/>
            <a:ext cx="4107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1C910E-39CF-6670-7FE8-ACB7D1072298}"/>
              </a:ext>
            </a:extLst>
          </p:cNvPr>
          <p:cNvSpPr txBox="1"/>
          <p:nvPr/>
        </p:nvSpPr>
        <p:spPr>
          <a:xfrm>
            <a:off x="4897007" y="815184"/>
            <a:ext cx="7192292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b, c, d, e, f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 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แทนจำนวนสมาชิกในแต่ละส่วนของแผนภาพ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= (a + b + d + e) + (b + c + e + f) + (d + e +f + g)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      +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(b + e) + (d + e) + (e + f)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                         = e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4187B64-C760-2EDD-B596-E79E9D2A140D}"/>
              </a:ext>
            </a:extLst>
          </p:cNvPr>
          <p:cNvGrpSpPr/>
          <p:nvPr/>
        </p:nvGrpSpPr>
        <p:grpSpPr>
          <a:xfrm>
            <a:off x="616316" y="1508070"/>
            <a:ext cx="3552270" cy="3755098"/>
            <a:chOff x="5661660" y="932804"/>
            <a:chExt cx="3879573" cy="4101089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9AC2CD4-4C6D-6573-2F36-9E4759AF67A8}"/>
                    </a:ext>
                  </a:extLst>
                </p:cNvPr>
                <p:cNvSpPr txBox="1"/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9AC2CD4-4C6D-6573-2F36-9E4759AF67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333" r="-3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B63C70B-4FD3-B7A0-B8DC-6E06707D3E77}"/>
                    </a:ext>
                  </a:extLst>
                </p:cNvPr>
                <p:cNvSpPr txBox="1"/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B63C70B-4FD3-B7A0-B8DC-6E06707D3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8710" r="-290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F26A033-81E7-A718-C5A0-1298B725572E}"/>
                </a:ext>
              </a:extLst>
            </p:cNvPr>
            <p:cNvSpPr/>
            <p:nvPr/>
          </p:nvSpPr>
          <p:spPr>
            <a:xfrm>
              <a:off x="5661660" y="1317983"/>
              <a:ext cx="1950722" cy="2419066"/>
            </a:xfrm>
            <a:custGeom>
              <a:avLst/>
              <a:gdLst>
                <a:gd name="csX0" fmla="*/ 1278835 w 1950722"/>
                <a:gd name="csY0" fmla="*/ 0 h 2419066"/>
                <a:gd name="csX1" fmla="*/ 1888404 w 1950722"/>
                <a:gd name="csY1" fmla="*/ 154348 h 2419066"/>
                <a:gd name="csX2" fmla="*/ 1950722 w 1950722"/>
                <a:gd name="csY2" fmla="*/ 192208 h 2419066"/>
                <a:gd name="csX3" fmla="*/ 1885729 w 1950722"/>
                <a:gd name="csY3" fmla="*/ 231692 h 2419066"/>
                <a:gd name="csX4" fmla="*/ 1321903 w 1950722"/>
                <a:gd name="csY4" fmla="*/ 1292122 h 2419066"/>
                <a:gd name="csX5" fmla="*/ 1324346 w 1950722"/>
                <a:gd name="csY5" fmla="*/ 1340510 h 2419066"/>
                <a:gd name="csX6" fmla="*/ 1264866 w 1950722"/>
                <a:gd name="csY6" fmla="*/ 1376645 h 2419066"/>
                <a:gd name="csX7" fmla="*/ 707642 w 1950722"/>
                <a:gd name="csY7" fmla="*/ 2306322 h 2419066"/>
                <a:gd name="csX8" fmla="*/ 701950 w 1950722"/>
                <a:gd name="csY8" fmla="*/ 2419066 h 2419066"/>
                <a:gd name="csX9" fmla="*/ 669266 w 1950722"/>
                <a:gd name="csY9" fmla="*/ 2403322 h 2419066"/>
                <a:gd name="csX10" fmla="*/ 0 w 1950722"/>
                <a:gd name="csY10" fmla="*/ 1278835 h 2419066"/>
                <a:gd name="csX11" fmla="*/ 1278835 w 1950722"/>
                <a:gd name="csY11" fmla="*/ 0 h 2419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50722" h="2419066">
                  <a:moveTo>
                    <a:pt x="1278835" y="0"/>
                  </a:moveTo>
                  <a:cubicBezTo>
                    <a:pt x="1499548" y="0"/>
                    <a:pt x="1707202" y="55914"/>
                    <a:pt x="1888404" y="154348"/>
                  </a:cubicBezTo>
                  <a:lnTo>
                    <a:pt x="1950722" y="192208"/>
                  </a:lnTo>
                  <a:lnTo>
                    <a:pt x="1885729" y="231692"/>
                  </a:lnTo>
                  <a:cubicBezTo>
                    <a:pt x="1545557" y="461508"/>
                    <a:pt x="1321903" y="850697"/>
                    <a:pt x="1321903" y="1292122"/>
                  </a:cubicBezTo>
                  <a:lnTo>
                    <a:pt x="1324346" y="1340510"/>
                  </a:lnTo>
                  <a:lnTo>
                    <a:pt x="1264866" y="1376645"/>
                  </a:lnTo>
                  <a:cubicBezTo>
                    <a:pt x="958711" y="1583479"/>
                    <a:pt x="746936" y="1919406"/>
                    <a:pt x="707642" y="2306322"/>
                  </a:cubicBezTo>
                  <a:lnTo>
                    <a:pt x="701950" y="2419066"/>
                  </a:lnTo>
                  <a:lnTo>
                    <a:pt x="669266" y="2403322"/>
                  </a:lnTo>
                  <a:cubicBezTo>
                    <a:pt x="270621" y="2186765"/>
                    <a:pt x="0" y="1764403"/>
                    <a:pt x="0" y="1278835"/>
                  </a:cubicBezTo>
                  <a:cubicBezTo>
                    <a:pt x="0" y="572554"/>
                    <a:pt x="572554" y="0"/>
                    <a:pt x="1278835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54C6E25-AC51-4FBE-2B0D-E75DEECD0CD1}"/>
                </a:ext>
              </a:extLst>
            </p:cNvPr>
            <p:cNvSpPr/>
            <p:nvPr/>
          </p:nvSpPr>
          <p:spPr>
            <a:xfrm>
              <a:off x="7612382" y="1331270"/>
              <a:ext cx="1928851" cy="2375401"/>
            </a:xfrm>
            <a:custGeom>
              <a:avLst/>
              <a:gdLst>
                <a:gd name="csX0" fmla="*/ 650016 w 1928851"/>
                <a:gd name="csY0" fmla="*/ 0 h 2375401"/>
                <a:gd name="csX1" fmla="*/ 1928851 w 1928851"/>
                <a:gd name="csY1" fmla="*/ 1278835 h 2375401"/>
                <a:gd name="csX2" fmla="*/ 1365025 w 1928851"/>
                <a:gd name="csY2" fmla="*/ 2339265 h 2375401"/>
                <a:gd name="csX3" fmla="*/ 1305545 w 1928851"/>
                <a:gd name="csY3" fmla="*/ 2375401 h 2375401"/>
                <a:gd name="csX4" fmla="*/ 1301386 w 1928851"/>
                <a:gd name="csY4" fmla="*/ 2293035 h 2375401"/>
                <a:gd name="csX5" fmla="*/ 638722 w 1928851"/>
                <a:gd name="csY5" fmla="*/ 1299301 h 2375401"/>
                <a:gd name="csX6" fmla="*/ 606039 w 1928851"/>
                <a:gd name="csY6" fmla="*/ 1283557 h 2375401"/>
                <a:gd name="csX7" fmla="*/ 606948 w 1928851"/>
                <a:gd name="csY7" fmla="*/ 1265548 h 2375401"/>
                <a:gd name="csX8" fmla="*/ 43122 w 1928851"/>
                <a:gd name="csY8" fmla="*/ 205118 h 2375401"/>
                <a:gd name="csX9" fmla="*/ 0 w 1928851"/>
                <a:gd name="csY9" fmla="*/ 178921 h 2375401"/>
                <a:gd name="csX10" fmla="*/ 40447 w 1928851"/>
                <a:gd name="csY10" fmla="*/ 154348 h 2375401"/>
                <a:gd name="csX11" fmla="*/ 650016 w 1928851"/>
                <a:gd name="csY11" fmla="*/ 0 h 2375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28851" h="2375401">
                  <a:moveTo>
                    <a:pt x="650016" y="0"/>
                  </a:moveTo>
                  <a:cubicBezTo>
                    <a:pt x="1356297" y="0"/>
                    <a:pt x="1928851" y="572554"/>
                    <a:pt x="1928851" y="1278835"/>
                  </a:cubicBezTo>
                  <a:cubicBezTo>
                    <a:pt x="1928851" y="1720261"/>
                    <a:pt x="1705197" y="2109449"/>
                    <a:pt x="1365025" y="2339265"/>
                  </a:cubicBezTo>
                  <a:lnTo>
                    <a:pt x="1305545" y="2375401"/>
                  </a:lnTo>
                  <a:lnTo>
                    <a:pt x="1301386" y="2293035"/>
                  </a:lnTo>
                  <a:cubicBezTo>
                    <a:pt x="1257726" y="1863128"/>
                    <a:pt x="1001126" y="1496172"/>
                    <a:pt x="638722" y="1299301"/>
                  </a:cubicBezTo>
                  <a:lnTo>
                    <a:pt x="606039" y="1283557"/>
                  </a:lnTo>
                  <a:lnTo>
                    <a:pt x="606948" y="1265548"/>
                  </a:lnTo>
                  <a:cubicBezTo>
                    <a:pt x="606948" y="824123"/>
                    <a:pt x="383294" y="434934"/>
                    <a:pt x="43122" y="205118"/>
                  </a:cubicBezTo>
                  <a:lnTo>
                    <a:pt x="0" y="178921"/>
                  </a:lnTo>
                  <a:lnTo>
                    <a:pt x="40447" y="154348"/>
                  </a:lnTo>
                  <a:cubicBezTo>
                    <a:pt x="221650" y="55914"/>
                    <a:pt x="429303" y="0"/>
                    <a:pt x="65001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2227F0C-F982-ACF8-EC65-F783D9B5EA37}"/>
                </a:ext>
              </a:extLst>
            </p:cNvPr>
            <p:cNvSpPr/>
            <p:nvPr/>
          </p:nvSpPr>
          <p:spPr>
            <a:xfrm>
              <a:off x="6986006" y="2476223"/>
              <a:ext cx="1232415" cy="1220510"/>
            </a:xfrm>
            <a:custGeom>
              <a:avLst/>
              <a:gdLst>
                <a:gd name="csX0" fmla="*/ 655529 w 1232415"/>
                <a:gd name="csY0" fmla="*/ 0 h 1220510"/>
                <a:gd name="csX1" fmla="*/ 1153309 w 1232415"/>
                <a:gd name="csY1" fmla="*/ 100497 h 1220510"/>
                <a:gd name="csX2" fmla="*/ 1232415 w 1232415"/>
                <a:gd name="csY2" fmla="*/ 138604 h 1220510"/>
                <a:gd name="csX3" fmla="*/ 1226722 w 1232415"/>
                <a:gd name="csY3" fmla="*/ 251348 h 1220510"/>
                <a:gd name="csX4" fmla="*/ 669498 w 1232415"/>
                <a:gd name="csY4" fmla="*/ 1181025 h 1220510"/>
                <a:gd name="csX5" fmla="*/ 604505 w 1232415"/>
                <a:gd name="csY5" fmla="*/ 1220510 h 1220510"/>
                <a:gd name="csX6" fmla="*/ 561383 w 1232415"/>
                <a:gd name="csY6" fmla="*/ 1194312 h 1220510"/>
                <a:gd name="csX7" fmla="*/ 4159 w 1232415"/>
                <a:gd name="csY7" fmla="*/ 264635 h 1220510"/>
                <a:gd name="csX8" fmla="*/ 0 w 1232415"/>
                <a:gd name="csY8" fmla="*/ 182270 h 1220510"/>
                <a:gd name="csX9" fmla="*/ 45960 w 1232415"/>
                <a:gd name="csY9" fmla="*/ 154348 h 1220510"/>
                <a:gd name="csX10" fmla="*/ 655529 w 1232415"/>
                <a:gd name="csY10" fmla="*/ 0 h 122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2415" h="1220510">
                  <a:moveTo>
                    <a:pt x="655529" y="0"/>
                  </a:moveTo>
                  <a:cubicBezTo>
                    <a:pt x="832099" y="0"/>
                    <a:pt x="1000312" y="35785"/>
                    <a:pt x="1153309" y="100497"/>
                  </a:cubicBezTo>
                  <a:lnTo>
                    <a:pt x="1232415" y="138604"/>
                  </a:lnTo>
                  <a:lnTo>
                    <a:pt x="1226722" y="251348"/>
                  </a:lnTo>
                  <a:cubicBezTo>
                    <a:pt x="1187428" y="638265"/>
                    <a:pt x="975653" y="974191"/>
                    <a:pt x="669498" y="1181025"/>
                  </a:cubicBezTo>
                  <a:lnTo>
                    <a:pt x="604505" y="1220510"/>
                  </a:lnTo>
                  <a:lnTo>
                    <a:pt x="561383" y="1194312"/>
                  </a:lnTo>
                  <a:cubicBezTo>
                    <a:pt x="255228" y="987478"/>
                    <a:pt x="43453" y="651552"/>
                    <a:pt x="4159" y="264635"/>
                  </a:cubicBezTo>
                  <a:lnTo>
                    <a:pt x="0" y="182270"/>
                  </a:lnTo>
                  <a:lnTo>
                    <a:pt x="45960" y="154348"/>
                  </a:lnTo>
                  <a:cubicBezTo>
                    <a:pt x="227163" y="55914"/>
                    <a:pt x="434816" y="0"/>
                    <a:pt x="655529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564DAC1-4E9D-6753-29BC-547F1E7665FE}"/>
                </a:ext>
              </a:extLst>
            </p:cNvPr>
            <p:cNvSpPr/>
            <p:nvPr/>
          </p:nvSpPr>
          <p:spPr>
            <a:xfrm>
              <a:off x="6362699" y="3696733"/>
              <a:ext cx="2557670" cy="1337160"/>
            </a:xfrm>
            <a:custGeom>
              <a:avLst/>
              <a:gdLst>
                <a:gd name="csX0" fmla="*/ 1227811 w 2557670"/>
                <a:gd name="csY0" fmla="*/ 0 h 1337160"/>
                <a:gd name="csX1" fmla="*/ 1290129 w 2557670"/>
                <a:gd name="csY1" fmla="*/ 37859 h 1337160"/>
                <a:gd name="csX2" fmla="*/ 1899698 w 2557670"/>
                <a:gd name="csY2" fmla="*/ 192207 h 1337160"/>
                <a:gd name="csX3" fmla="*/ 2509267 w 2557670"/>
                <a:gd name="csY3" fmla="*/ 37859 h 1337160"/>
                <a:gd name="csX4" fmla="*/ 2555227 w 2557670"/>
                <a:gd name="csY4" fmla="*/ 9938 h 1337160"/>
                <a:gd name="csX5" fmla="*/ 2557670 w 2557670"/>
                <a:gd name="csY5" fmla="*/ 58325 h 1337160"/>
                <a:gd name="csX6" fmla="*/ 1278835 w 2557670"/>
                <a:gd name="csY6" fmla="*/ 1337160 h 1337160"/>
                <a:gd name="csX7" fmla="*/ 0 w 2557670"/>
                <a:gd name="csY7" fmla="*/ 58325 h 1337160"/>
                <a:gd name="csX8" fmla="*/ 910 w 2557670"/>
                <a:gd name="csY8" fmla="*/ 40316 h 1337160"/>
                <a:gd name="csX9" fmla="*/ 80015 w 2557670"/>
                <a:gd name="csY9" fmla="*/ 78423 h 1337160"/>
                <a:gd name="csX10" fmla="*/ 577795 w 2557670"/>
                <a:gd name="csY10" fmla="*/ 178920 h 1337160"/>
                <a:gd name="csX11" fmla="*/ 1187364 w 2557670"/>
                <a:gd name="csY11" fmla="*/ 24572 h 1337160"/>
                <a:gd name="csX12" fmla="*/ 1227811 w 2557670"/>
                <a:gd name="csY12" fmla="*/ 0 h 133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57670" h="1337160">
                  <a:moveTo>
                    <a:pt x="1227811" y="0"/>
                  </a:moveTo>
                  <a:lnTo>
                    <a:pt x="1290129" y="37859"/>
                  </a:lnTo>
                  <a:cubicBezTo>
                    <a:pt x="1471332" y="136294"/>
                    <a:pt x="1678985" y="192207"/>
                    <a:pt x="1899698" y="192207"/>
                  </a:cubicBezTo>
                  <a:cubicBezTo>
                    <a:pt x="2120411" y="192207"/>
                    <a:pt x="2328064" y="136294"/>
                    <a:pt x="2509267" y="37859"/>
                  </a:cubicBezTo>
                  <a:lnTo>
                    <a:pt x="2555227" y="9938"/>
                  </a:lnTo>
                  <a:lnTo>
                    <a:pt x="2557670" y="58325"/>
                  </a:lnTo>
                  <a:cubicBezTo>
                    <a:pt x="2557670" y="764606"/>
                    <a:pt x="1985116" y="1337160"/>
                    <a:pt x="1278835" y="1337160"/>
                  </a:cubicBezTo>
                  <a:cubicBezTo>
                    <a:pt x="572554" y="1337160"/>
                    <a:pt x="0" y="764606"/>
                    <a:pt x="0" y="58325"/>
                  </a:cubicBezTo>
                  <a:lnTo>
                    <a:pt x="910" y="40316"/>
                  </a:lnTo>
                  <a:lnTo>
                    <a:pt x="80015" y="78423"/>
                  </a:lnTo>
                  <a:cubicBezTo>
                    <a:pt x="233013" y="143136"/>
                    <a:pt x="401225" y="178920"/>
                    <a:pt x="577795" y="178920"/>
                  </a:cubicBezTo>
                  <a:cubicBezTo>
                    <a:pt x="798508" y="178920"/>
                    <a:pt x="1006162" y="123007"/>
                    <a:pt x="1187364" y="24572"/>
                  </a:cubicBezTo>
                  <a:lnTo>
                    <a:pt x="1227811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8191F94-BE41-2801-CFA4-08C341ADC281}"/>
                </a:ext>
              </a:extLst>
            </p:cNvPr>
            <p:cNvSpPr/>
            <p:nvPr/>
          </p:nvSpPr>
          <p:spPr>
            <a:xfrm>
              <a:off x="6983563" y="1510191"/>
              <a:ext cx="1235767" cy="1148302"/>
            </a:xfrm>
            <a:custGeom>
              <a:avLst/>
              <a:gdLst>
                <a:gd name="csX0" fmla="*/ 628819 w 1235767"/>
                <a:gd name="csY0" fmla="*/ 0 h 1148302"/>
                <a:gd name="csX1" fmla="*/ 671941 w 1235767"/>
                <a:gd name="csY1" fmla="*/ 26197 h 1148302"/>
                <a:gd name="csX2" fmla="*/ 1235767 w 1235767"/>
                <a:gd name="csY2" fmla="*/ 1086627 h 1148302"/>
                <a:gd name="csX3" fmla="*/ 1234858 w 1235767"/>
                <a:gd name="csY3" fmla="*/ 1104636 h 1148302"/>
                <a:gd name="csX4" fmla="*/ 1155752 w 1235767"/>
                <a:gd name="csY4" fmla="*/ 1066529 h 1148302"/>
                <a:gd name="csX5" fmla="*/ 657972 w 1235767"/>
                <a:gd name="csY5" fmla="*/ 966032 h 1148302"/>
                <a:gd name="csX6" fmla="*/ 48403 w 1235767"/>
                <a:gd name="csY6" fmla="*/ 1120380 h 1148302"/>
                <a:gd name="csX7" fmla="*/ 2443 w 1235767"/>
                <a:gd name="csY7" fmla="*/ 1148302 h 1148302"/>
                <a:gd name="csX8" fmla="*/ 0 w 1235767"/>
                <a:gd name="csY8" fmla="*/ 1099914 h 1148302"/>
                <a:gd name="csX9" fmla="*/ 563826 w 1235767"/>
                <a:gd name="csY9" fmla="*/ 39484 h 1148302"/>
                <a:gd name="csX10" fmla="*/ 628819 w 1235767"/>
                <a:gd name="csY10" fmla="*/ 0 h 1148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5767" h="1148302">
                  <a:moveTo>
                    <a:pt x="628819" y="0"/>
                  </a:moveTo>
                  <a:lnTo>
                    <a:pt x="671941" y="26197"/>
                  </a:lnTo>
                  <a:cubicBezTo>
                    <a:pt x="1012113" y="256013"/>
                    <a:pt x="1235767" y="645202"/>
                    <a:pt x="1235767" y="1086627"/>
                  </a:cubicBezTo>
                  <a:lnTo>
                    <a:pt x="1234858" y="1104636"/>
                  </a:lnTo>
                  <a:lnTo>
                    <a:pt x="1155752" y="1066529"/>
                  </a:lnTo>
                  <a:cubicBezTo>
                    <a:pt x="1002755" y="1001817"/>
                    <a:pt x="834542" y="966032"/>
                    <a:pt x="657972" y="966032"/>
                  </a:cubicBezTo>
                  <a:cubicBezTo>
                    <a:pt x="437259" y="966032"/>
                    <a:pt x="229606" y="1021946"/>
                    <a:pt x="48403" y="1120380"/>
                  </a:cubicBezTo>
                  <a:lnTo>
                    <a:pt x="2443" y="1148302"/>
                  </a:lnTo>
                  <a:lnTo>
                    <a:pt x="0" y="1099914"/>
                  </a:lnTo>
                  <a:cubicBezTo>
                    <a:pt x="0" y="658489"/>
                    <a:pt x="223654" y="269300"/>
                    <a:pt x="563826" y="39484"/>
                  </a:cubicBezTo>
                  <a:lnTo>
                    <a:pt x="628819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FCCCE3-81C2-BEEC-DEA5-E6EF4CBB46B4}"/>
                </a:ext>
              </a:extLst>
            </p:cNvPr>
            <p:cNvSpPr/>
            <p:nvPr/>
          </p:nvSpPr>
          <p:spPr>
            <a:xfrm>
              <a:off x="7590511" y="2614827"/>
              <a:ext cx="1327416" cy="1274113"/>
            </a:xfrm>
            <a:custGeom>
              <a:avLst/>
              <a:gdLst>
                <a:gd name="csX0" fmla="*/ 627910 w 1327416"/>
                <a:gd name="csY0" fmla="*/ 0 h 1274113"/>
                <a:gd name="csX1" fmla="*/ 660593 w 1327416"/>
                <a:gd name="csY1" fmla="*/ 15744 h 1274113"/>
                <a:gd name="csX2" fmla="*/ 1323257 w 1327416"/>
                <a:gd name="csY2" fmla="*/ 1009478 h 1274113"/>
                <a:gd name="csX3" fmla="*/ 1327416 w 1327416"/>
                <a:gd name="csY3" fmla="*/ 1091844 h 1274113"/>
                <a:gd name="csX4" fmla="*/ 1281456 w 1327416"/>
                <a:gd name="csY4" fmla="*/ 1119765 h 1274113"/>
                <a:gd name="csX5" fmla="*/ 671887 w 1327416"/>
                <a:gd name="csY5" fmla="*/ 1274113 h 1274113"/>
                <a:gd name="csX6" fmla="*/ 62318 w 1327416"/>
                <a:gd name="csY6" fmla="*/ 1119765 h 1274113"/>
                <a:gd name="csX7" fmla="*/ 0 w 1327416"/>
                <a:gd name="csY7" fmla="*/ 1081906 h 1274113"/>
                <a:gd name="csX8" fmla="*/ 64993 w 1327416"/>
                <a:gd name="csY8" fmla="*/ 1042421 h 1274113"/>
                <a:gd name="csX9" fmla="*/ 622217 w 1327416"/>
                <a:gd name="csY9" fmla="*/ 112744 h 1274113"/>
                <a:gd name="csX10" fmla="*/ 627910 w 1327416"/>
                <a:gd name="csY10" fmla="*/ 0 h 1274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7416" h="1274113">
                  <a:moveTo>
                    <a:pt x="627910" y="0"/>
                  </a:moveTo>
                  <a:lnTo>
                    <a:pt x="660593" y="15744"/>
                  </a:lnTo>
                  <a:cubicBezTo>
                    <a:pt x="1022997" y="212615"/>
                    <a:pt x="1279597" y="579571"/>
                    <a:pt x="1323257" y="1009478"/>
                  </a:cubicBezTo>
                  <a:lnTo>
                    <a:pt x="1327416" y="1091844"/>
                  </a:lnTo>
                  <a:lnTo>
                    <a:pt x="1281456" y="1119765"/>
                  </a:lnTo>
                  <a:cubicBezTo>
                    <a:pt x="1100253" y="1218200"/>
                    <a:pt x="892600" y="1274113"/>
                    <a:pt x="671887" y="1274113"/>
                  </a:cubicBezTo>
                  <a:cubicBezTo>
                    <a:pt x="451174" y="1274113"/>
                    <a:pt x="243521" y="1218200"/>
                    <a:pt x="62318" y="1119765"/>
                  </a:cubicBezTo>
                  <a:lnTo>
                    <a:pt x="0" y="1081906"/>
                  </a:lnTo>
                  <a:lnTo>
                    <a:pt x="64993" y="1042421"/>
                  </a:lnTo>
                  <a:cubicBezTo>
                    <a:pt x="371148" y="835587"/>
                    <a:pt x="582923" y="499661"/>
                    <a:pt x="622217" y="112744"/>
                  </a:cubicBezTo>
                  <a:lnTo>
                    <a:pt x="627910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77AC218-1B7C-21BA-E82C-AA8D36CA11D7}"/>
                </a:ext>
              </a:extLst>
            </p:cNvPr>
            <p:cNvSpPr/>
            <p:nvPr/>
          </p:nvSpPr>
          <p:spPr>
            <a:xfrm>
              <a:off x="6363610" y="2658493"/>
              <a:ext cx="1226901" cy="1217160"/>
            </a:xfrm>
            <a:custGeom>
              <a:avLst/>
              <a:gdLst>
                <a:gd name="csX0" fmla="*/ 622396 w 1226901"/>
                <a:gd name="csY0" fmla="*/ 0 h 1217160"/>
                <a:gd name="csX1" fmla="*/ 626555 w 1226901"/>
                <a:gd name="csY1" fmla="*/ 82365 h 1217160"/>
                <a:gd name="csX2" fmla="*/ 1183779 w 1226901"/>
                <a:gd name="csY2" fmla="*/ 1012042 h 1217160"/>
                <a:gd name="csX3" fmla="*/ 1226901 w 1226901"/>
                <a:gd name="csY3" fmla="*/ 1038240 h 1217160"/>
                <a:gd name="csX4" fmla="*/ 1186454 w 1226901"/>
                <a:gd name="csY4" fmla="*/ 1062812 h 1217160"/>
                <a:gd name="csX5" fmla="*/ 576885 w 1226901"/>
                <a:gd name="csY5" fmla="*/ 1217160 h 1217160"/>
                <a:gd name="csX6" fmla="*/ 79105 w 1226901"/>
                <a:gd name="csY6" fmla="*/ 1116663 h 1217160"/>
                <a:gd name="csX7" fmla="*/ 0 w 1226901"/>
                <a:gd name="csY7" fmla="*/ 1078556 h 1217160"/>
                <a:gd name="csX8" fmla="*/ 5692 w 1226901"/>
                <a:gd name="csY8" fmla="*/ 965812 h 1217160"/>
                <a:gd name="csX9" fmla="*/ 562916 w 1226901"/>
                <a:gd name="csY9" fmla="*/ 36135 h 1217160"/>
                <a:gd name="csX10" fmla="*/ 622396 w 1226901"/>
                <a:gd name="csY10" fmla="*/ 0 h 121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26901" h="1217160">
                  <a:moveTo>
                    <a:pt x="622396" y="0"/>
                  </a:moveTo>
                  <a:lnTo>
                    <a:pt x="626555" y="82365"/>
                  </a:lnTo>
                  <a:cubicBezTo>
                    <a:pt x="665849" y="469282"/>
                    <a:pt x="877624" y="805208"/>
                    <a:pt x="1183779" y="1012042"/>
                  </a:cubicBezTo>
                  <a:lnTo>
                    <a:pt x="1226901" y="1038240"/>
                  </a:lnTo>
                  <a:lnTo>
                    <a:pt x="1186454" y="1062812"/>
                  </a:lnTo>
                  <a:cubicBezTo>
                    <a:pt x="1005252" y="1161247"/>
                    <a:pt x="797598" y="1217160"/>
                    <a:pt x="576885" y="1217160"/>
                  </a:cubicBezTo>
                  <a:cubicBezTo>
                    <a:pt x="400315" y="1217160"/>
                    <a:pt x="232103" y="1181376"/>
                    <a:pt x="79105" y="1116663"/>
                  </a:cubicBezTo>
                  <a:lnTo>
                    <a:pt x="0" y="1078556"/>
                  </a:lnTo>
                  <a:lnTo>
                    <a:pt x="5692" y="965812"/>
                  </a:lnTo>
                  <a:cubicBezTo>
                    <a:pt x="44986" y="578896"/>
                    <a:pt x="256761" y="242969"/>
                    <a:pt x="562916" y="36135"/>
                  </a:cubicBezTo>
                  <a:lnTo>
                    <a:pt x="622396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93B0874-1AD8-9A84-CE33-C53075C9AAB0}"/>
                    </a:ext>
                  </a:extLst>
                </p:cNvPr>
                <p:cNvSpPr txBox="1"/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93B0874-1AD8-9A84-CE33-C53075C9AA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3333" r="-3333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BA21CFA-83E8-82BA-FAEF-7B2053076A67}"/>
              </a:ext>
            </a:extLst>
          </p:cNvPr>
          <p:cNvSpPr txBox="1"/>
          <p:nvPr/>
        </p:nvSpPr>
        <p:spPr>
          <a:xfrm>
            <a:off x="1544142" y="3641777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293231-4FFB-409F-061A-24678ACA55B7}"/>
              </a:ext>
            </a:extLst>
          </p:cNvPr>
          <p:cNvSpPr txBox="1"/>
          <p:nvPr/>
        </p:nvSpPr>
        <p:spPr>
          <a:xfrm>
            <a:off x="2192906" y="328286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C2DF22-572B-D9C9-AA62-818CD230478B}"/>
              </a:ext>
            </a:extLst>
          </p:cNvPr>
          <p:cNvSpPr txBox="1"/>
          <p:nvPr/>
        </p:nvSpPr>
        <p:spPr>
          <a:xfrm>
            <a:off x="2927391" y="3650566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2011C8-6C73-3CB2-F2EF-6F326B76F852}"/>
              </a:ext>
            </a:extLst>
          </p:cNvPr>
          <p:cNvSpPr txBox="1"/>
          <p:nvPr/>
        </p:nvSpPr>
        <p:spPr>
          <a:xfrm>
            <a:off x="2148495" y="4439575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B8D966-9265-C46F-F9B1-1B6ACC10DBCD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AC3DBE05-EF09-4FDC-B2BF-4A5072D9E177}"/>
              </a:ext>
            </a:extLst>
          </p:cNvPr>
          <p:cNvSpPr/>
          <p:nvPr/>
        </p:nvSpPr>
        <p:spPr>
          <a:xfrm>
            <a:off x="5275691" y="243632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ADCA5B1-C3C7-A1A7-E9CA-2D04D8A5DE78}"/>
              </a:ext>
            </a:extLst>
          </p:cNvPr>
          <p:cNvSpPr/>
          <p:nvPr/>
        </p:nvSpPr>
        <p:spPr>
          <a:xfrm>
            <a:off x="640980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79962B1-675A-61A5-1E03-94F4EEC2A085}"/>
              </a:ext>
            </a:extLst>
          </p:cNvPr>
          <p:cNvSpPr/>
          <p:nvPr/>
        </p:nvSpPr>
        <p:spPr>
          <a:xfrm>
            <a:off x="749731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n(C)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0780D414-5CAF-B9BB-7CEC-5D11DCCDF12E}"/>
              </a:ext>
            </a:extLst>
          </p:cNvPr>
          <p:cNvSpPr/>
          <p:nvPr/>
        </p:nvSpPr>
        <p:spPr>
          <a:xfrm>
            <a:off x="5275691" y="3536401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B) 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7B91F07A-704A-B3CD-F8DD-AEA7C185154D}"/>
              </a:ext>
            </a:extLst>
          </p:cNvPr>
          <p:cNvSpPr/>
          <p:nvPr/>
        </p:nvSpPr>
        <p:spPr>
          <a:xfrm>
            <a:off x="6734369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D5FBB57-715F-E378-A20E-056EE5F86B66}"/>
              </a:ext>
            </a:extLst>
          </p:cNvPr>
          <p:cNvSpPr/>
          <p:nvPr/>
        </p:nvSpPr>
        <p:spPr>
          <a:xfrm>
            <a:off x="8290475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DA93DA9-5EBA-F00D-0F14-05A5BB539B24}"/>
              </a:ext>
            </a:extLst>
          </p:cNvPr>
          <p:cNvSpPr/>
          <p:nvPr/>
        </p:nvSpPr>
        <p:spPr>
          <a:xfrm>
            <a:off x="5275691" y="4637175"/>
            <a:ext cx="142437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C)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495FA79-ED60-5CDD-BA80-32CBF6D9C416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EEB86D0-1AA6-3EE3-052F-5744B084810F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45CD140A-E2A4-F234-69F3-CCDAF6D1BC4D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5007AB0A-A7C2-A3DA-90C0-E0447A056CD8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55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4B1F-B173-B648-ED12-00AAD7C6C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B1BF52F-B49D-70F3-333D-03A40C6A988B}"/>
              </a:ext>
            </a:extLst>
          </p:cNvPr>
          <p:cNvSpPr/>
          <p:nvPr/>
        </p:nvSpPr>
        <p:spPr>
          <a:xfrm>
            <a:off x="102701" y="657591"/>
            <a:ext cx="4663608" cy="5945545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27D3C9-6C6E-2639-43F5-2DE24F6945C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46C4C-1496-F8A3-4581-D11245B9F52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จำนวนสมาชิกเซตจำกัด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434847-34C8-16BD-BAF7-57CAF52F36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B04A75-C86E-E097-CAE0-FF4EF38D4CDB}"/>
              </a:ext>
            </a:extLst>
          </p:cNvPr>
          <p:cNvGrpSpPr/>
          <p:nvPr/>
        </p:nvGrpSpPr>
        <p:grpSpPr>
          <a:xfrm>
            <a:off x="2137800" y="859865"/>
            <a:ext cx="1724969" cy="461665"/>
            <a:chOff x="96740" y="1202460"/>
            <a:chExt cx="1724969" cy="461665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8047D7D-8779-7CEA-C1ED-74E1C7D0A63E}"/>
                </a:ext>
              </a:extLst>
            </p:cNvPr>
            <p:cNvSpPr/>
            <p:nvPr/>
          </p:nvSpPr>
          <p:spPr>
            <a:xfrm>
              <a:off x="96740" y="1202460"/>
              <a:ext cx="1724109" cy="46166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B63CA5E-C161-C2D7-314C-D2DD4E3F931F}"/>
                </a:ext>
              </a:extLst>
            </p:cNvPr>
            <p:cNvSpPr/>
            <p:nvPr/>
          </p:nvSpPr>
          <p:spPr>
            <a:xfrm>
              <a:off x="948390" y="1202460"/>
              <a:ext cx="873319" cy="461665"/>
            </a:xfrm>
            <a:prstGeom prst="roundRect">
              <a:avLst/>
            </a:prstGeom>
            <a:solidFill>
              <a:srgbClr val="4E95D9">
                <a:alpha val="50196"/>
              </a:srgb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240E8F7-22EE-D84A-EB79-7AAEA90537EE}"/>
              </a:ext>
            </a:extLst>
          </p:cNvPr>
          <p:cNvSpPr txBox="1"/>
          <p:nvPr/>
        </p:nvSpPr>
        <p:spPr>
          <a:xfrm>
            <a:off x="2137800" y="897997"/>
            <a:ext cx="172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2 เซต     3 เซต    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2D36E8-201D-7849-99BE-012C3410111E}"/>
              </a:ext>
            </a:extLst>
          </p:cNvPr>
          <p:cNvSpPr txBox="1"/>
          <p:nvPr/>
        </p:nvSpPr>
        <p:spPr>
          <a:xfrm>
            <a:off x="581702" y="859866"/>
            <a:ext cx="184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จำนวนเซต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F31B07A-C33C-3693-A7AC-8F96A40F7223}"/>
              </a:ext>
            </a:extLst>
          </p:cNvPr>
          <p:cNvSpPr/>
          <p:nvPr/>
        </p:nvSpPr>
        <p:spPr>
          <a:xfrm>
            <a:off x="206189" y="5449709"/>
            <a:ext cx="4473388" cy="80733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U B U C) = a + b + c + d + e + f +g 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C31E6EE-7603-C405-4078-0BFF15275629}"/>
              </a:ext>
            </a:extLst>
          </p:cNvPr>
          <p:cNvSpPr/>
          <p:nvPr/>
        </p:nvSpPr>
        <p:spPr>
          <a:xfrm>
            <a:off x="4897006" y="5402308"/>
            <a:ext cx="7192294" cy="1200832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C39B3A-26DE-C2C0-F7B3-5A465CFD0C61}"/>
              </a:ext>
            </a:extLst>
          </p:cNvPr>
          <p:cNvSpPr txBox="1"/>
          <p:nvPr/>
        </p:nvSpPr>
        <p:spPr>
          <a:xfrm>
            <a:off x="4961968" y="5459188"/>
            <a:ext cx="7010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สรุป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n(AUBUC) = n(A) + n(B) + n(C) –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B) - n(B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- n(A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 + n(A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B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en-US" sz="24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BF1DF7-6755-D5B2-3E3F-54C2547ACCD8}"/>
              </a:ext>
            </a:extLst>
          </p:cNvPr>
          <p:cNvSpPr txBox="1"/>
          <p:nvPr/>
        </p:nvSpPr>
        <p:spPr>
          <a:xfrm>
            <a:off x="1226145" y="2638611"/>
            <a:ext cx="2592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17F5C-7B51-7354-7265-20C41A70D4E6}"/>
              </a:ext>
            </a:extLst>
          </p:cNvPr>
          <p:cNvSpPr txBox="1"/>
          <p:nvPr/>
        </p:nvSpPr>
        <p:spPr>
          <a:xfrm>
            <a:off x="2148495" y="257498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8DC71-B702-3DBE-1165-7E7D1A0E435F}"/>
              </a:ext>
            </a:extLst>
          </p:cNvPr>
          <p:cNvSpPr txBox="1"/>
          <p:nvPr/>
        </p:nvSpPr>
        <p:spPr>
          <a:xfrm>
            <a:off x="3271570" y="2568595"/>
            <a:ext cx="41077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B7EA97-CBBB-2978-8170-A2CD06300F1E}"/>
              </a:ext>
            </a:extLst>
          </p:cNvPr>
          <p:cNvSpPr txBox="1"/>
          <p:nvPr/>
        </p:nvSpPr>
        <p:spPr>
          <a:xfrm>
            <a:off x="4897007" y="815184"/>
            <a:ext cx="7192292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กำหนดให้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เป็นเซตจำกัด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a, b, c, d, e, f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g </a:t>
            </a:r>
          </a:p>
          <a:p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แทนจำนวนสมาชิกในแต่ละส่วนของแผนภาพ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>
              <a:lnSpc>
                <a:spcPct val="150000"/>
              </a:lnSpc>
            </a:pP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1.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+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= (a + b + d + e) + (b + c + e + f) + (d + e +f + g)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2.</a:t>
            </a:r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	  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+                     +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   </a:t>
            </a: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= (b + e) + (d + e) + (e + f)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3.                          = e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839B151-FF8F-2467-6ECE-7C5507192605}"/>
              </a:ext>
            </a:extLst>
          </p:cNvPr>
          <p:cNvGrpSpPr/>
          <p:nvPr/>
        </p:nvGrpSpPr>
        <p:grpSpPr>
          <a:xfrm>
            <a:off x="616316" y="1508070"/>
            <a:ext cx="3552270" cy="3755098"/>
            <a:chOff x="5661660" y="932804"/>
            <a:chExt cx="3879573" cy="4101089"/>
          </a:xfrm>
          <a:noFill/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8A37542-B671-A30A-18DE-CEC623D5D370}"/>
                    </a:ext>
                  </a:extLst>
                </p:cNvPr>
                <p:cNvSpPr txBox="1"/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8A37542-B671-A30A-18DE-CEC623D5D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974" y="958776"/>
                  <a:ext cx="19460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3333" r="-36667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2CCA802-3117-C190-B70E-A6A3F5696C29}"/>
                    </a:ext>
                  </a:extLst>
                </p:cNvPr>
                <p:cNvSpPr txBox="1"/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2CCA802-3117-C190-B70E-A6A3F5696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397" y="932804"/>
                  <a:ext cx="204992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8710" r="-2903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D8561B5-D08D-B54F-909F-762AE157F447}"/>
                </a:ext>
              </a:extLst>
            </p:cNvPr>
            <p:cNvSpPr/>
            <p:nvPr/>
          </p:nvSpPr>
          <p:spPr>
            <a:xfrm>
              <a:off x="5661660" y="1317983"/>
              <a:ext cx="1950722" cy="2419066"/>
            </a:xfrm>
            <a:custGeom>
              <a:avLst/>
              <a:gdLst>
                <a:gd name="csX0" fmla="*/ 1278835 w 1950722"/>
                <a:gd name="csY0" fmla="*/ 0 h 2419066"/>
                <a:gd name="csX1" fmla="*/ 1888404 w 1950722"/>
                <a:gd name="csY1" fmla="*/ 154348 h 2419066"/>
                <a:gd name="csX2" fmla="*/ 1950722 w 1950722"/>
                <a:gd name="csY2" fmla="*/ 192208 h 2419066"/>
                <a:gd name="csX3" fmla="*/ 1885729 w 1950722"/>
                <a:gd name="csY3" fmla="*/ 231692 h 2419066"/>
                <a:gd name="csX4" fmla="*/ 1321903 w 1950722"/>
                <a:gd name="csY4" fmla="*/ 1292122 h 2419066"/>
                <a:gd name="csX5" fmla="*/ 1324346 w 1950722"/>
                <a:gd name="csY5" fmla="*/ 1340510 h 2419066"/>
                <a:gd name="csX6" fmla="*/ 1264866 w 1950722"/>
                <a:gd name="csY6" fmla="*/ 1376645 h 2419066"/>
                <a:gd name="csX7" fmla="*/ 707642 w 1950722"/>
                <a:gd name="csY7" fmla="*/ 2306322 h 2419066"/>
                <a:gd name="csX8" fmla="*/ 701950 w 1950722"/>
                <a:gd name="csY8" fmla="*/ 2419066 h 2419066"/>
                <a:gd name="csX9" fmla="*/ 669266 w 1950722"/>
                <a:gd name="csY9" fmla="*/ 2403322 h 2419066"/>
                <a:gd name="csX10" fmla="*/ 0 w 1950722"/>
                <a:gd name="csY10" fmla="*/ 1278835 h 2419066"/>
                <a:gd name="csX11" fmla="*/ 1278835 w 1950722"/>
                <a:gd name="csY11" fmla="*/ 0 h 24190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50722" h="2419066">
                  <a:moveTo>
                    <a:pt x="1278835" y="0"/>
                  </a:moveTo>
                  <a:cubicBezTo>
                    <a:pt x="1499548" y="0"/>
                    <a:pt x="1707202" y="55914"/>
                    <a:pt x="1888404" y="154348"/>
                  </a:cubicBezTo>
                  <a:lnTo>
                    <a:pt x="1950722" y="192208"/>
                  </a:lnTo>
                  <a:lnTo>
                    <a:pt x="1885729" y="231692"/>
                  </a:lnTo>
                  <a:cubicBezTo>
                    <a:pt x="1545557" y="461508"/>
                    <a:pt x="1321903" y="850697"/>
                    <a:pt x="1321903" y="1292122"/>
                  </a:cubicBezTo>
                  <a:lnTo>
                    <a:pt x="1324346" y="1340510"/>
                  </a:lnTo>
                  <a:lnTo>
                    <a:pt x="1264866" y="1376645"/>
                  </a:lnTo>
                  <a:cubicBezTo>
                    <a:pt x="958711" y="1583479"/>
                    <a:pt x="746936" y="1919406"/>
                    <a:pt x="707642" y="2306322"/>
                  </a:cubicBezTo>
                  <a:lnTo>
                    <a:pt x="701950" y="2419066"/>
                  </a:lnTo>
                  <a:lnTo>
                    <a:pt x="669266" y="2403322"/>
                  </a:lnTo>
                  <a:cubicBezTo>
                    <a:pt x="270621" y="2186765"/>
                    <a:pt x="0" y="1764403"/>
                    <a:pt x="0" y="1278835"/>
                  </a:cubicBezTo>
                  <a:cubicBezTo>
                    <a:pt x="0" y="572554"/>
                    <a:pt x="572554" y="0"/>
                    <a:pt x="1278835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DE2077-F708-7D03-05F9-71742B300482}"/>
                </a:ext>
              </a:extLst>
            </p:cNvPr>
            <p:cNvSpPr/>
            <p:nvPr/>
          </p:nvSpPr>
          <p:spPr>
            <a:xfrm>
              <a:off x="7612382" y="1331270"/>
              <a:ext cx="1928851" cy="2375401"/>
            </a:xfrm>
            <a:custGeom>
              <a:avLst/>
              <a:gdLst>
                <a:gd name="csX0" fmla="*/ 650016 w 1928851"/>
                <a:gd name="csY0" fmla="*/ 0 h 2375401"/>
                <a:gd name="csX1" fmla="*/ 1928851 w 1928851"/>
                <a:gd name="csY1" fmla="*/ 1278835 h 2375401"/>
                <a:gd name="csX2" fmla="*/ 1365025 w 1928851"/>
                <a:gd name="csY2" fmla="*/ 2339265 h 2375401"/>
                <a:gd name="csX3" fmla="*/ 1305545 w 1928851"/>
                <a:gd name="csY3" fmla="*/ 2375401 h 2375401"/>
                <a:gd name="csX4" fmla="*/ 1301386 w 1928851"/>
                <a:gd name="csY4" fmla="*/ 2293035 h 2375401"/>
                <a:gd name="csX5" fmla="*/ 638722 w 1928851"/>
                <a:gd name="csY5" fmla="*/ 1299301 h 2375401"/>
                <a:gd name="csX6" fmla="*/ 606039 w 1928851"/>
                <a:gd name="csY6" fmla="*/ 1283557 h 2375401"/>
                <a:gd name="csX7" fmla="*/ 606948 w 1928851"/>
                <a:gd name="csY7" fmla="*/ 1265548 h 2375401"/>
                <a:gd name="csX8" fmla="*/ 43122 w 1928851"/>
                <a:gd name="csY8" fmla="*/ 205118 h 2375401"/>
                <a:gd name="csX9" fmla="*/ 0 w 1928851"/>
                <a:gd name="csY9" fmla="*/ 178921 h 2375401"/>
                <a:gd name="csX10" fmla="*/ 40447 w 1928851"/>
                <a:gd name="csY10" fmla="*/ 154348 h 2375401"/>
                <a:gd name="csX11" fmla="*/ 650016 w 1928851"/>
                <a:gd name="csY11" fmla="*/ 0 h 2375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928851" h="2375401">
                  <a:moveTo>
                    <a:pt x="650016" y="0"/>
                  </a:moveTo>
                  <a:cubicBezTo>
                    <a:pt x="1356297" y="0"/>
                    <a:pt x="1928851" y="572554"/>
                    <a:pt x="1928851" y="1278835"/>
                  </a:cubicBezTo>
                  <a:cubicBezTo>
                    <a:pt x="1928851" y="1720261"/>
                    <a:pt x="1705197" y="2109449"/>
                    <a:pt x="1365025" y="2339265"/>
                  </a:cubicBezTo>
                  <a:lnTo>
                    <a:pt x="1305545" y="2375401"/>
                  </a:lnTo>
                  <a:lnTo>
                    <a:pt x="1301386" y="2293035"/>
                  </a:lnTo>
                  <a:cubicBezTo>
                    <a:pt x="1257726" y="1863128"/>
                    <a:pt x="1001126" y="1496172"/>
                    <a:pt x="638722" y="1299301"/>
                  </a:cubicBezTo>
                  <a:lnTo>
                    <a:pt x="606039" y="1283557"/>
                  </a:lnTo>
                  <a:lnTo>
                    <a:pt x="606948" y="1265548"/>
                  </a:lnTo>
                  <a:cubicBezTo>
                    <a:pt x="606948" y="824123"/>
                    <a:pt x="383294" y="434934"/>
                    <a:pt x="43122" y="205118"/>
                  </a:cubicBezTo>
                  <a:lnTo>
                    <a:pt x="0" y="178921"/>
                  </a:lnTo>
                  <a:lnTo>
                    <a:pt x="40447" y="154348"/>
                  </a:lnTo>
                  <a:cubicBezTo>
                    <a:pt x="221650" y="55914"/>
                    <a:pt x="429303" y="0"/>
                    <a:pt x="650016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D8E2F66-E9B0-6FDE-B5C1-77A3679A0FF2}"/>
                </a:ext>
              </a:extLst>
            </p:cNvPr>
            <p:cNvSpPr/>
            <p:nvPr/>
          </p:nvSpPr>
          <p:spPr>
            <a:xfrm>
              <a:off x="6986006" y="2476223"/>
              <a:ext cx="1232415" cy="1220510"/>
            </a:xfrm>
            <a:custGeom>
              <a:avLst/>
              <a:gdLst>
                <a:gd name="csX0" fmla="*/ 655529 w 1232415"/>
                <a:gd name="csY0" fmla="*/ 0 h 1220510"/>
                <a:gd name="csX1" fmla="*/ 1153309 w 1232415"/>
                <a:gd name="csY1" fmla="*/ 100497 h 1220510"/>
                <a:gd name="csX2" fmla="*/ 1232415 w 1232415"/>
                <a:gd name="csY2" fmla="*/ 138604 h 1220510"/>
                <a:gd name="csX3" fmla="*/ 1226722 w 1232415"/>
                <a:gd name="csY3" fmla="*/ 251348 h 1220510"/>
                <a:gd name="csX4" fmla="*/ 669498 w 1232415"/>
                <a:gd name="csY4" fmla="*/ 1181025 h 1220510"/>
                <a:gd name="csX5" fmla="*/ 604505 w 1232415"/>
                <a:gd name="csY5" fmla="*/ 1220510 h 1220510"/>
                <a:gd name="csX6" fmla="*/ 561383 w 1232415"/>
                <a:gd name="csY6" fmla="*/ 1194312 h 1220510"/>
                <a:gd name="csX7" fmla="*/ 4159 w 1232415"/>
                <a:gd name="csY7" fmla="*/ 264635 h 1220510"/>
                <a:gd name="csX8" fmla="*/ 0 w 1232415"/>
                <a:gd name="csY8" fmla="*/ 182270 h 1220510"/>
                <a:gd name="csX9" fmla="*/ 45960 w 1232415"/>
                <a:gd name="csY9" fmla="*/ 154348 h 1220510"/>
                <a:gd name="csX10" fmla="*/ 655529 w 1232415"/>
                <a:gd name="csY10" fmla="*/ 0 h 1220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2415" h="1220510">
                  <a:moveTo>
                    <a:pt x="655529" y="0"/>
                  </a:moveTo>
                  <a:cubicBezTo>
                    <a:pt x="832099" y="0"/>
                    <a:pt x="1000312" y="35785"/>
                    <a:pt x="1153309" y="100497"/>
                  </a:cubicBezTo>
                  <a:lnTo>
                    <a:pt x="1232415" y="138604"/>
                  </a:lnTo>
                  <a:lnTo>
                    <a:pt x="1226722" y="251348"/>
                  </a:lnTo>
                  <a:cubicBezTo>
                    <a:pt x="1187428" y="638265"/>
                    <a:pt x="975653" y="974191"/>
                    <a:pt x="669498" y="1181025"/>
                  </a:cubicBezTo>
                  <a:lnTo>
                    <a:pt x="604505" y="1220510"/>
                  </a:lnTo>
                  <a:lnTo>
                    <a:pt x="561383" y="1194312"/>
                  </a:lnTo>
                  <a:cubicBezTo>
                    <a:pt x="255228" y="987478"/>
                    <a:pt x="43453" y="651552"/>
                    <a:pt x="4159" y="264635"/>
                  </a:cubicBezTo>
                  <a:lnTo>
                    <a:pt x="0" y="182270"/>
                  </a:lnTo>
                  <a:lnTo>
                    <a:pt x="45960" y="154348"/>
                  </a:lnTo>
                  <a:cubicBezTo>
                    <a:pt x="227163" y="55914"/>
                    <a:pt x="434816" y="0"/>
                    <a:pt x="655529" y="0"/>
                  </a:cubicBez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E853DBD-BBE4-A5CC-8242-B32873ED5936}"/>
                </a:ext>
              </a:extLst>
            </p:cNvPr>
            <p:cNvSpPr/>
            <p:nvPr/>
          </p:nvSpPr>
          <p:spPr>
            <a:xfrm>
              <a:off x="6362699" y="3696733"/>
              <a:ext cx="2557670" cy="1337160"/>
            </a:xfrm>
            <a:custGeom>
              <a:avLst/>
              <a:gdLst>
                <a:gd name="csX0" fmla="*/ 1227811 w 2557670"/>
                <a:gd name="csY0" fmla="*/ 0 h 1337160"/>
                <a:gd name="csX1" fmla="*/ 1290129 w 2557670"/>
                <a:gd name="csY1" fmla="*/ 37859 h 1337160"/>
                <a:gd name="csX2" fmla="*/ 1899698 w 2557670"/>
                <a:gd name="csY2" fmla="*/ 192207 h 1337160"/>
                <a:gd name="csX3" fmla="*/ 2509267 w 2557670"/>
                <a:gd name="csY3" fmla="*/ 37859 h 1337160"/>
                <a:gd name="csX4" fmla="*/ 2555227 w 2557670"/>
                <a:gd name="csY4" fmla="*/ 9938 h 1337160"/>
                <a:gd name="csX5" fmla="*/ 2557670 w 2557670"/>
                <a:gd name="csY5" fmla="*/ 58325 h 1337160"/>
                <a:gd name="csX6" fmla="*/ 1278835 w 2557670"/>
                <a:gd name="csY6" fmla="*/ 1337160 h 1337160"/>
                <a:gd name="csX7" fmla="*/ 0 w 2557670"/>
                <a:gd name="csY7" fmla="*/ 58325 h 1337160"/>
                <a:gd name="csX8" fmla="*/ 910 w 2557670"/>
                <a:gd name="csY8" fmla="*/ 40316 h 1337160"/>
                <a:gd name="csX9" fmla="*/ 80015 w 2557670"/>
                <a:gd name="csY9" fmla="*/ 78423 h 1337160"/>
                <a:gd name="csX10" fmla="*/ 577795 w 2557670"/>
                <a:gd name="csY10" fmla="*/ 178920 h 1337160"/>
                <a:gd name="csX11" fmla="*/ 1187364 w 2557670"/>
                <a:gd name="csY11" fmla="*/ 24572 h 1337160"/>
                <a:gd name="csX12" fmla="*/ 1227811 w 2557670"/>
                <a:gd name="csY12" fmla="*/ 0 h 133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557670" h="1337160">
                  <a:moveTo>
                    <a:pt x="1227811" y="0"/>
                  </a:moveTo>
                  <a:lnTo>
                    <a:pt x="1290129" y="37859"/>
                  </a:lnTo>
                  <a:cubicBezTo>
                    <a:pt x="1471332" y="136294"/>
                    <a:pt x="1678985" y="192207"/>
                    <a:pt x="1899698" y="192207"/>
                  </a:cubicBezTo>
                  <a:cubicBezTo>
                    <a:pt x="2120411" y="192207"/>
                    <a:pt x="2328064" y="136294"/>
                    <a:pt x="2509267" y="37859"/>
                  </a:cubicBezTo>
                  <a:lnTo>
                    <a:pt x="2555227" y="9938"/>
                  </a:lnTo>
                  <a:lnTo>
                    <a:pt x="2557670" y="58325"/>
                  </a:lnTo>
                  <a:cubicBezTo>
                    <a:pt x="2557670" y="764606"/>
                    <a:pt x="1985116" y="1337160"/>
                    <a:pt x="1278835" y="1337160"/>
                  </a:cubicBezTo>
                  <a:cubicBezTo>
                    <a:pt x="572554" y="1337160"/>
                    <a:pt x="0" y="764606"/>
                    <a:pt x="0" y="58325"/>
                  </a:cubicBezTo>
                  <a:lnTo>
                    <a:pt x="910" y="40316"/>
                  </a:lnTo>
                  <a:lnTo>
                    <a:pt x="80015" y="78423"/>
                  </a:lnTo>
                  <a:cubicBezTo>
                    <a:pt x="233013" y="143136"/>
                    <a:pt x="401225" y="178920"/>
                    <a:pt x="577795" y="178920"/>
                  </a:cubicBezTo>
                  <a:cubicBezTo>
                    <a:pt x="798508" y="178920"/>
                    <a:pt x="1006162" y="123007"/>
                    <a:pt x="1187364" y="24572"/>
                  </a:cubicBezTo>
                  <a:lnTo>
                    <a:pt x="1227811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14971C6-B927-DA20-C387-DCBDA410A9DF}"/>
                </a:ext>
              </a:extLst>
            </p:cNvPr>
            <p:cNvSpPr/>
            <p:nvPr/>
          </p:nvSpPr>
          <p:spPr>
            <a:xfrm>
              <a:off x="6983563" y="1510191"/>
              <a:ext cx="1235767" cy="1148302"/>
            </a:xfrm>
            <a:custGeom>
              <a:avLst/>
              <a:gdLst>
                <a:gd name="csX0" fmla="*/ 628819 w 1235767"/>
                <a:gd name="csY0" fmla="*/ 0 h 1148302"/>
                <a:gd name="csX1" fmla="*/ 671941 w 1235767"/>
                <a:gd name="csY1" fmla="*/ 26197 h 1148302"/>
                <a:gd name="csX2" fmla="*/ 1235767 w 1235767"/>
                <a:gd name="csY2" fmla="*/ 1086627 h 1148302"/>
                <a:gd name="csX3" fmla="*/ 1234858 w 1235767"/>
                <a:gd name="csY3" fmla="*/ 1104636 h 1148302"/>
                <a:gd name="csX4" fmla="*/ 1155752 w 1235767"/>
                <a:gd name="csY4" fmla="*/ 1066529 h 1148302"/>
                <a:gd name="csX5" fmla="*/ 657972 w 1235767"/>
                <a:gd name="csY5" fmla="*/ 966032 h 1148302"/>
                <a:gd name="csX6" fmla="*/ 48403 w 1235767"/>
                <a:gd name="csY6" fmla="*/ 1120380 h 1148302"/>
                <a:gd name="csX7" fmla="*/ 2443 w 1235767"/>
                <a:gd name="csY7" fmla="*/ 1148302 h 1148302"/>
                <a:gd name="csX8" fmla="*/ 0 w 1235767"/>
                <a:gd name="csY8" fmla="*/ 1099914 h 1148302"/>
                <a:gd name="csX9" fmla="*/ 563826 w 1235767"/>
                <a:gd name="csY9" fmla="*/ 39484 h 1148302"/>
                <a:gd name="csX10" fmla="*/ 628819 w 1235767"/>
                <a:gd name="csY10" fmla="*/ 0 h 1148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35767" h="1148302">
                  <a:moveTo>
                    <a:pt x="628819" y="0"/>
                  </a:moveTo>
                  <a:lnTo>
                    <a:pt x="671941" y="26197"/>
                  </a:lnTo>
                  <a:cubicBezTo>
                    <a:pt x="1012113" y="256013"/>
                    <a:pt x="1235767" y="645202"/>
                    <a:pt x="1235767" y="1086627"/>
                  </a:cubicBezTo>
                  <a:lnTo>
                    <a:pt x="1234858" y="1104636"/>
                  </a:lnTo>
                  <a:lnTo>
                    <a:pt x="1155752" y="1066529"/>
                  </a:lnTo>
                  <a:cubicBezTo>
                    <a:pt x="1002755" y="1001817"/>
                    <a:pt x="834542" y="966032"/>
                    <a:pt x="657972" y="966032"/>
                  </a:cubicBezTo>
                  <a:cubicBezTo>
                    <a:pt x="437259" y="966032"/>
                    <a:pt x="229606" y="1021946"/>
                    <a:pt x="48403" y="1120380"/>
                  </a:cubicBezTo>
                  <a:lnTo>
                    <a:pt x="2443" y="1148302"/>
                  </a:lnTo>
                  <a:lnTo>
                    <a:pt x="0" y="1099914"/>
                  </a:lnTo>
                  <a:cubicBezTo>
                    <a:pt x="0" y="658489"/>
                    <a:pt x="223654" y="269300"/>
                    <a:pt x="563826" y="39484"/>
                  </a:cubicBezTo>
                  <a:lnTo>
                    <a:pt x="628819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57D3FA6-E7AF-AEC2-FC6A-AEDA8097D596}"/>
                </a:ext>
              </a:extLst>
            </p:cNvPr>
            <p:cNvSpPr/>
            <p:nvPr/>
          </p:nvSpPr>
          <p:spPr>
            <a:xfrm>
              <a:off x="7590511" y="2614827"/>
              <a:ext cx="1327416" cy="1274113"/>
            </a:xfrm>
            <a:custGeom>
              <a:avLst/>
              <a:gdLst>
                <a:gd name="csX0" fmla="*/ 627910 w 1327416"/>
                <a:gd name="csY0" fmla="*/ 0 h 1274113"/>
                <a:gd name="csX1" fmla="*/ 660593 w 1327416"/>
                <a:gd name="csY1" fmla="*/ 15744 h 1274113"/>
                <a:gd name="csX2" fmla="*/ 1323257 w 1327416"/>
                <a:gd name="csY2" fmla="*/ 1009478 h 1274113"/>
                <a:gd name="csX3" fmla="*/ 1327416 w 1327416"/>
                <a:gd name="csY3" fmla="*/ 1091844 h 1274113"/>
                <a:gd name="csX4" fmla="*/ 1281456 w 1327416"/>
                <a:gd name="csY4" fmla="*/ 1119765 h 1274113"/>
                <a:gd name="csX5" fmla="*/ 671887 w 1327416"/>
                <a:gd name="csY5" fmla="*/ 1274113 h 1274113"/>
                <a:gd name="csX6" fmla="*/ 62318 w 1327416"/>
                <a:gd name="csY6" fmla="*/ 1119765 h 1274113"/>
                <a:gd name="csX7" fmla="*/ 0 w 1327416"/>
                <a:gd name="csY7" fmla="*/ 1081906 h 1274113"/>
                <a:gd name="csX8" fmla="*/ 64993 w 1327416"/>
                <a:gd name="csY8" fmla="*/ 1042421 h 1274113"/>
                <a:gd name="csX9" fmla="*/ 622217 w 1327416"/>
                <a:gd name="csY9" fmla="*/ 112744 h 1274113"/>
                <a:gd name="csX10" fmla="*/ 627910 w 1327416"/>
                <a:gd name="csY10" fmla="*/ 0 h 12741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27416" h="1274113">
                  <a:moveTo>
                    <a:pt x="627910" y="0"/>
                  </a:moveTo>
                  <a:lnTo>
                    <a:pt x="660593" y="15744"/>
                  </a:lnTo>
                  <a:cubicBezTo>
                    <a:pt x="1022997" y="212615"/>
                    <a:pt x="1279597" y="579571"/>
                    <a:pt x="1323257" y="1009478"/>
                  </a:cubicBezTo>
                  <a:lnTo>
                    <a:pt x="1327416" y="1091844"/>
                  </a:lnTo>
                  <a:lnTo>
                    <a:pt x="1281456" y="1119765"/>
                  </a:lnTo>
                  <a:cubicBezTo>
                    <a:pt x="1100253" y="1218200"/>
                    <a:pt x="892600" y="1274113"/>
                    <a:pt x="671887" y="1274113"/>
                  </a:cubicBezTo>
                  <a:cubicBezTo>
                    <a:pt x="451174" y="1274113"/>
                    <a:pt x="243521" y="1218200"/>
                    <a:pt x="62318" y="1119765"/>
                  </a:cubicBezTo>
                  <a:lnTo>
                    <a:pt x="0" y="1081906"/>
                  </a:lnTo>
                  <a:lnTo>
                    <a:pt x="64993" y="1042421"/>
                  </a:lnTo>
                  <a:cubicBezTo>
                    <a:pt x="371148" y="835587"/>
                    <a:pt x="582923" y="499661"/>
                    <a:pt x="622217" y="112744"/>
                  </a:cubicBezTo>
                  <a:lnTo>
                    <a:pt x="627910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18469FB-A5A9-8653-912A-0A610CA5F0D5}"/>
                </a:ext>
              </a:extLst>
            </p:cNvPr>
            <p:cNvSpPr/>
            <p:nvPr/>
          </p:nvSpPr>
          <p:spPr>
            <a:xfrm>
              <a:off x="6363610" y="2658493"/>
              <a:ext cx="1226901" cy="1217160"/>
            </a:xfrm>
            <a:custGeom>
              <a:avLst/>
              <a:gdLst>
                <a:gd name="csX0" fmla="*/ 622396 w 1226901"/>
                <a:gd name="csY0" fmla="*/ 0 h 1217160"/>
                <a:gd name="csX1" fmla="*/ 626555 w 1226901"/>
                <a:gd name="csY1" fmla="*/ 82365 h 1217160"/>
                <a:gd name="csX2" fmla="*/ 1183779 w 1226901"/>
                <a:gd name="csY2" fmla="*/ 1012042 h 1217160"/>
                <a:gd name="csX3" fmla="*/ 1226901 w 1226901"/>
                <a:gd name="csY3" fmla="*/ 1038240 h 1217160"/>
                <a:gd name="csX4" fmla="*/ 1186454 w 1226901"/>
                <a:gd name="csY4" fmla="*/ 1062812 h 1217160"/>
                <a:gd name="csX5" fmla="*/ 576885 w 1226901"/>
                <a:gd name="csY5" fmla="*/ 1217160 h 1217160"/>
                <a:gd name="csX6" fmla="*/ 79105 w 1226901"/>
                <a:gd name="csY6" fmla="*/ 1116663 h 1217160"/>
                <a:gd name="csX7" fmla="*/ 0 w 1226901"/>
                <a:gd name="csY7" fmla="*/ 1078556 h 1217160"/>
                <a:gd name="csX8" fmla="*/ 5692 w 1226901"/>
                <a:gd name="csY8" fmla="*/ 965812 h 1217160"/>
                <a:gd name="csX9" fmla="*/ 562916 w 1226901"/>
                <a:gd name="csY9" fmla="*/ 36135 h 1217160"/>
                <a:gd name="csX10" fmla="*/ 622396 w 1226901"/>
                <a:gd name="csY10" fmla="*/ 0 h 1217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26901" h="1217160">
                  <a:moveTo>
                    <a:pt x="622396" y="0"/>
                  </a:moveTo>
                  <a:lnTo>
                    <a:pt x="626555" y="82365"/>
                  </a:lnTo>
                  <a:cubicBezTo>
                    <a:pt x="665849" y="469282"/>
                    <a:pt x="877624" y="805208"/>
                    <a:pt x="1183779" y="1012042"/>
                  </a:cubicBezTo>
                  <a:lnTo>
                    <a:pt x="1226901" y="1038240"/>
                  </a:lnTo>
                  <a:lnTo>
                    <a:pt x="1186454" y="1062812"/>
                  </a:lnTo>
                  <a:cubicBezTo>
                    <a:pt x="1005252" y="1161247"/>
                    <a:pt x="797598" y="1217160"/>
                    <a:pt x="576885" y="1217160"/>
                  </a:cubicBezTo>
                  <a:cubicBezTo>
                    <a:pt x="400315" y="1217160"/>
                    <a:pt x="232103" y="1181376"/>
                    <a:pt x="79105" y="1116663"/>
                  </a:cubicBezTo>
                  <a:lnTo>
                    <a:pt x="0" y="1078556"/>
                  </a:lnTo>
                  <a:lnTo>
                    <a:pt x="5692" y="965812"/>
                  </a:lnTo>
                  <a:cubicBezTo>
                    <a:pt x="44986" y="578896"/>
                    <a:pt x="256761" y="242969"/>
                    <a:pt x="562916" y="36135"/>
                  </a:cubicBezTo>
                  <a:lnTo>
                    <a:pt x="622396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48EA254-5FB9-56E9-2AD1-D89BC85B0A3E}"/>
                    </a:ext>
                  </a:extLst>
                </p:cNvPr>
                <p:cNvSpPr txBox="1"/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48EA254-5FB9-56E9-2AD1-D89BC85B0A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893" y="4744685"/>
                  <a:ext cx="1944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3333" r="-3333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76634A4-298B-5CDC-2B9D-F58FE2CEC2CC}"/>
              </a:ext>
            </a:extLst>
          </p:cNvPr>
          <p:cNvSpPr txBox="1"/>
          <p:nvPr/>
        </p:nvSpPr>
        <p:spPr>
          <a:xfrm>
            <a:off x="1544142" y="3641777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2C4489-EE5F-76E3-E0FD-AA98F497C6D9}"/>
              </a:ext>
            </a:extLst>
          </p:cNvPr>
          <p:cNvSpPr txBox="1"/>
          <p:nvPr/>
        </p:nvSpPr>
        <p:spPr>
          <a:xfrm>
            <a:off x="2192906" y="3282869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CB7E62-BC38-A19F-BCDB-59F0C542B624}"/>
              </a:ext>
            </a:extLst>
          </p:cNvPr>
          <p:cNvSpPr txBox="1"/>
          <p:nvPr/>
        </p:nvSpPr>
        <p:spPr>
          <a:xfrm>
            <a:off x="2927391" y="3650566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717E08-1D3E-28EB-C5DB-6D35B1E45C97}"/>
              </a:ext>
            </a:extLst>
          </p:cNvPr>
          <p:cNvSpPr txBox="1"/>
          <p:nvPr/>
        </p:nvSpPr>
        <p:spPr>
          <a:xfrm>
            <a:off x="2148495" y="4439575"/>
            <a:ext cx="39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D1309E6-2533-C493-81C4-6384B3978207}"/>
              </a:ext>
            </a:extLst>
          </p:cNvPr>
          <p:cNvSpPr/>
          <p:nvPr/>
        </p:nvSpPr>
        <p:spPr>
          <a:xfrm>
            <a:off x="4897007" y="676828"/>
            <a:ext cx="7192294" cy="4616410"/>
          </a:xfrm>
          <a:prstGeom prst="roundRect">
            <a:avLst>
              <a:gd name="adj" fmla="val 350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1861CC0-7832-9DD0-15E6-4174D3B94555}"/>
              </a:ext>
            </a:extLst>
          </p:cNvPr>
          <p:cNvSpPr/>
          <p:nvPr/>
        </p:nvSpPr>
        <p:spPr>
          <a:xfrm>
            <a:off x="5275691" y="2436324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n(A) 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7DC1201-648F-9DEA-9A07-43C2692BBB51}"/>
              </a:ext>
            </a:extLst>
          </p:cNvPr>
          <p:cNvSpPr/>
          <p:nvPr/>
        </p:nvSpPr>
        <p:spPr>
          <a:xfrm>
            <a:off x="640980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n(B)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B34BB21-0491-8599-8B14-6A7B957D594C}"/>
              </a:ext>
            </a:extLst>
          </p:cNvPr>
          <p:cNvSpPr/>
          <p:nvPr/>
        </p:nvSpPr>
        <p:spPr>
          <a:xfrm>
            <a:off x="7497314" y="2427359"/>
            <a:ext cx="828954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n(C) 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B713BFF-8051-3EBE-655B-BFD4C161A4C0}"/>
              </a:ext>
            </a:extLst>
          </p:cNvPr>
          <p:cNvSpPr/>
          <p:nvPr/>
        </p:nvSpPr>
        <p:spPr>
          <a:xfrm>
            <a:off x="5275691" y="3536401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B) 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1E73D3C-8371-7DAA-B09C-7A765B316FC3}"/>
              </a:ext>
            </a:extLst>
          </p:cNvPr>
          <p:cNvSpPr/>
          <p:nvPr/>
        </p:nvSpPr>
        <p:spPr>
          <a:xfrm>
            <a:off x="6734369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n(B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C509419-0DCF-7A66-DB19-B1F3240636B2}"/>
              </a:ext>
            </a:extLst>
          </p:cNvPr>
          <p:cNvSpPr/>
          <p:nvPr/>
        </p:nvSpPr>
        <p:spPr>
          <a:xfrm>
            <a:off x="8290475" y="3528976"/>
            <a:ext cx="117742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 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) 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677B6A3-1086-45C0-84BA-9A52DCFE65EF}"/>
              </a:ext>
            </a:extLst>
          </p:cNvPr>
          <p:cNvSpPr/>
          <p:nvPr/>
        </p:nvSpPr>
        <p:spPr>
          <a:xfrm>
            <a:off x="5275691" y="4637175"/>
            <a:ext cx="1424372" cy="41679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n(A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B</a:t>
            </a:r>
            <a:r>
              <a:rPr lang="en-US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H Sarabun New" panose="020B0500040200020003" pitchFamily="34" charset="-34"/>
              </a:rPr>
              <a:t>⋂</a:t>
            </a:r>
            <a:r>
              <a:rPr lang="en-US" sz="2400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490C18-70DC-F584-A1E1-0E62F7AF1372}"/>
              </a:ext>
            </a:extLst>
          </p:cNvPr>
          <p:cNvGrpSpPr/>
          <p:nvPr/>
        </p:nvGrpSpPr>
        <p:grpSpPr>
          <a:xfrm>
            <a:off x="5255578" y="1713052"/>
            <a:ext cx="4761869" cy="434613"/>
            <a:chOff x="5255578" y="1713052"/>
            <a:chExt cx="4761869" cy="43461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2136DED-4DD8-57A6-8F27-DDB5B8A38929}"/>
                </a:ext>
              </a:extLst>
            </p:cNvPr>
            <p:cNvSpPr/>
            <p:nvPr/>
          </p:nvSpPr>
          <p:spPr>
            <a:xfrm>
              <a:off x="5255578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พิสูจน์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E1605D5-E551-6BCB-246B-4D2F77310A32}"/>
                </a:ext>
              </a:extLst>
            </p:cNvPr>
            <p:cNvSpPr/>
            <p:nvPr/>
          </p:nvSpPr>
          <p:spPr>
            <a:xfrm>
              <a:off x="6895036" y="1713054"/>
              <a:ext cx="1508760" cy="43461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ก่อนหน้า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334A49B-8BED-EEA4-BD85-9DCB5FD2ACD3}"/>
                </a:ext>
              </a:extLst>
            </p:cNvPr>
            <p:cNvSpPr/>
            <p:nvPr/>
          </p:nvSpPr>
          <p:spPr>
            <a:xfrm>
              <a:off x="8508687" y="1713052"/>
              <a:ext cx="1508760" cy="434611"/>
            </a:xfrm>
            <a:prstGeom prst="round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400" b="1" dirty="0">
                  <a:solidFill>
                    <a:schemeClr val="tx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ถัดไป</a:t>
              </a:r>
              <a:endParaRPr lang="en-US" sz="2400" b="1" dirty="0">
                <a:solidFill>
                  <a:schemeClr val="tx1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0818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1637</Words>
  <Application>Microsoft Office PowerPoint</Application>
  <PresentationFormat>Widescreen</PresentationFormat>
  <Paragraphs>290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TH Sarabun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ณัฐนันท์ ตั้งพีระสิทธิ์</cp:lastModifiedBy>
  <cp:revision>23</cp:revision>
  <dcterms:created xsi:type="dcterms:W3CDTF">2026-09-18T13:51:45Z</dcterms:created>
  <dcterms:modified xsi:type="dcterms:W3CDTF">2026-09-24T07:08:54Z</dcterms:modified>
</cp:coreProperties>
</file>