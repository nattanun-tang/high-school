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95D9"/>
    <a:srgbClr val="18202A"/>
    <a:srgbClr val="D9D9D9"/>
    <a:srgbClr val="E8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D5DF61-D1E6-4A7F-9880-765BC9AFAAA4}" v="165" dt="2026-09-18T15:40:32.4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tanun Tangpeerasit (Maths) Lap" userId="1ad6559d-3a93-42e6-9288-bf73492e1b2c" providerId="ADAL" clId="{214CD14F-CFF7-41F3-8FAD-E1DC02D8708B}"/>
    <pc:docChg chg="modSld">
      <pc:chgData name="Nattanun Tangpeerasit (Maths) Lap" userId="1ad6559d-3a93-42e6-9288-bf73492e1b2c" providerId="ADAL" clId="{214CD14F-CFF7-41F3-8FAD-E1DC02D8708B}" dt="2026-09-19T12:23:33.756" v="160" actId="1076"/>
      <pc:docMkLst>
        <pc:docMk/>
      </pc:docMkLst>
      <pc:sldChg chg="addSp modSp mod setBg">
        <pc:chgData name="Nattanun Tangpeerasit (Maths) Lap" userId="1ad6559d-3a93-42e6-9288-bf73492e1b2c" providerId="ADAL" clId="{214CD14F-CFF7-41F3-8FAD-E1DC02D8708B}" dt="2026-09-19T12:23:33.756" v="160" actId="1076"/>
        <pc:sldMkLst>
          <pc:docMk/>
          <pc:sldMk cId="2080722355" sldId="256"/>
        </pc:sldMkLst>
        <pc:spChg chg="mod">
          <ac:chgData name="Nattanun Tangpeerasit (Maths) Lap" userId="1ad6559d-3a93-42e6-9288-bf73492e1b2c" providerId="ADAL" clId="{214CD14F-CFF7-41F3-8FAD-E1DC02D8708B}" dt="2026-09-19T12:23:33.756" v="160" actId="1076"/>
          <ac:spMkLst>
            <pc:docMk/>
            <pc:sldMk cId="2080722355" sldId="256"/>
            <ac:spMk id="11" creationId="{1CE167D6-5ED8-1684-7B8B-077DFA4A9987}"/>
          </ac:spMkLst>
        </pc:spChg>
        <pc:spChg chg="mod">
          <ac:chgData name="Nattanun Tangpeerasit (Maths) Lap" userId="1ad6559d-3a93-42e6-9288-bf73492e1b2c" providerId="ADAL" clId="{214CD14F-CFF7-41F3-8FAD-E1DC02D8708B}" dt="2026-09-18T14:06:17.048" v="2" actId="164"/>
          <ac:spMkLst>
            <pc:docMk/>
            <pc:sldMk cId="2080722355" sldId="256"/>
            <ac:spMk id="62" creationId="{2C83EF16-B483-311A-7A4B-C292AFE0F180}"/>
          </ac:spMkLst>
        </pc:spChg>
        <pc:spChg chg="mod">
          <ac:chgData name="Nattanun Tangpeerasit (Maths) Lap" userId="1ad6559d-3a93-42e6-9288-bf73492e1b2c" providerId="ADAL" clId="{214CD14F-CFF7-41F3-8FAD-E1DC02D8708B}" dt="2026-09-18T14:06:17.048" v="2" actId="164"/>
          <ac:spMkLst>
            <pc:docMk/>
            <pc:sldMk cId="2080722355" sldId="256"/>
            <ac:spMk id="64" creationId="{0612118D-B051-7363-FC53-9ABF91ED3A6E}"/>
          </ac:spMkLst>
        </pc:spChg>
        <pc:spChg chg="add mod">
          <ac:chgData name="Nattanun Tangpeerasit (Maths) Lap" userId="1ad6559d-3a93-42e6-9288-bf73492e1b2c" providerId="ADAL" clId="{214CD14F-CFF7-41F3-8FAD-E1DC02D8708B}" dt="2026-09-18T14:07:15.645" v="7" actId="20577"/>
          <ac:spMkLst>
            <pc:docMk/>
            <pc:sldMk cId="2080722355" sldId="256"/>
            <ac:spMk id="66" creationId="{FBD30F72-7CFC-29E2-2DCA-FF0E8FAA7351}"/>
          </ac:spMkLst>
        </pc:spChg>
        <pc:spChg chg="mod">
          <ac:chgData name="Nattanun Tangpeerasit (Maths) Lap" userId="1ad6559d-3a93-42e6-9288-bf73492e1b2c" providerId="ADAL" clId="{214CD14F-CFF7-41F3-8FAD-E1DC02D8708B}" dt="2026-09-18T14:07:26.358" v="9" actId="20577"/>
          <ac:spMkLst>
            <pc:docMk/>
            <pc:sldMk cId="2080722355" sldId="256"/>
            <ac:spMk id="68" creationId="{0F2C3C05-8DBE-6CB5-B403-FBE1D67323FC}"/>
          </ac:spMkLst>
        </pc:spChg>
        <pc:spChg chg="mod">
          <ac:chgData name="Nattanun Tangpeerasit (Maths) Lap" userId="1ad6559d-3a93-42e6-9288-bf73492e1b2c" providerId="ADAL" clId="{214CD14F-CFF7-41F3-8FAD-E1DC02D8708B}" dt="2026-09-18T14:07:38.598" v="11" actId="20577"/>
          <ac:spMkLst>
            <pc:docMk/>
            <pc:sldMk cId="2080722355" sldId="256"/>
            <ac:spMk id="70" creationId="{C1AD95B4-D0BB-FEAD-2C22-2EEA58F60E33}"/>
          </ac:spMkLst>
        </pc:spChg>
        <pc:spChg chg="mod">
          <ac:chgData name="Nattanun Tangpeerasit (Maths) Lap" userId="1ad6559d-3a93-42e6-9288-bf73492e1b2c" providerId="ADAL" clId="{214CD14F-CFF7-41F3-8FAD-E1DC02D8708B}" dt="2026-09-18T14:24:19.938" v="134" actId="20577"/>
          <ac:spMkLst>
            <pc:docMk/>
            <pc:sldMk cId="2080722355" sldId="256"/>
            <ac:spMk id="74" creationId="{AB4B9D6F-A090-6A41-9413-230C06112980}"/>
          </ac:spMkLst>
        </pc:spChg>
        <pc:grpChg chg="add mod">
          <ac:chgData name="Nattanun Tangpeerasit (Maths) Lap" userId="1ad6559d-3a93-42e6-9288-bf73492e1b2c" providerId="ADAL" clId="{214CD14F-CFF7-41F3-8FAD-E1DC02D8708B}" dt="2026-09-18T14:06:17.048" v="2" actId="164"/>
          <ac:grpSpMkLst>
            <pc:docMk/>
            <pc:sldMk cId="2080722355" sldId="256"/>
            <ac:grpSpMk id="65" creationId="{F993B815-57A4-F00B-A787-EEBE6C8208CE}"/>
          </ac:grpSpMkLst>
        </pc:grpChg>
      </pc:sldChg>
      <pc:sldChg chg="modSp">
        <pc:chgData name="Nattanun Tangpeerasit (Maths) Lap" userId="1ad6559d-3a93-42e6-9288-bf73492e1b2c" providerId="ADAL" clId="{214CD14F-CFF7-41F3-8FAD-E1DC02D8708B}" dt="2026-09-18T14:26:58.404" v="158" actId="255"/>
        <pc:sldMkLst>
          <pc:docMk/>
          <pc:sldMk cId="3678439685" sldId="257"/>
        </pc:sldMkLst>
        <pc:spChg chg="mod">
          <ac:chgData name="Nattanun Tangpeerasit (Maths) Lap" userId="1ad6559d-3a93-42e6-9288-bf73492e1b2c" providerId="ADAL" clId="{214CD14F-CFF7-41F3-8FAD-E1DC02D8708B}" dt="2026-09-18T14:15:30.925" v="60" actId="20577"/>
          <ac:spMkLst>
            <pc:docMk/>
            <pc:sldMk cId="3678439685" sldId="257"/>
            <ac:spMk id="6" creationId="{F1402828-22A5-C746-57A4-639A799B3194}"/>
          </ac:spMkLst>
        </pc:spChg>
        <pc:spChg chg="mod">
          <ac:chgData name="Nattanun Tangpeerasit (Maths) Lap" userId="1ad6559d-3a93-42e6-9288-bf73492e1b2c" providerId="ADAL" clId="{214CD14F-CFF7-41F3-8FAD-E1DC02D8708B}" dt="2026-09-18T14:26:58.404" v="158" actId="255"/>
          <ac:spMkLst>
            <pc:docMk/>
            <pc:sldMk cId="3678439685" sldId="257"/>
            <ac:spMk id="74" creationId="{78E1997F-FD8F-1B92-DE3A-3AFFB928B122}"/>
          </ac:spMkLst>
        </pc:spChg>
      </pc:sldChg>
      <pc:sldChg chg="addSp modSp">
        <pc:chgData name="Nattanun Tangpeerasit (Maths) Lap" userId="1ad6559d-3a93-42e6-9288-bf73492e1b2c" providerId="ADAL" clId="{214CD14F-CFF7-41F3-8FAD-E1DC02D8708B}" dt="2026-09-18T15:40:32.410" v="159" actId="767"/>
        <pc:sldMkLst>
          <pc:docMk/>
          <pc:sldMk cId="54257411" sldId="258"/>
        </pc:sldMkLst>
        <pc:spChg chg="add mod">
          <ac:chgData name="Nattanun Tangpeerasit (Maths) Lap" userId="1ad6559d-3a93-42e6-9288-bf73492e1b2c" providerId="ADAL" clId="{214CD14F-CFF7-41F3-8FAD-E1DC02D8708B}" dt="2026-09-18T15:40:32.410" v="159" actId="767"/>
          <ac:spMkLst>
            <pc:docMk/>
            <pc:sldMk cId="54257411" sldId="258"/>
            <ac:spMk id="4" creationId="{34867BA4-0282-53E0-2156-B7E14C99828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E22C0-E581-DF04-D28E-70DEE0A86F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81E2BE-A5A0-5AF7-ABB7-D865963D53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8CC62-3ACD-EADE-355C-1B38EF748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C70E4-2DC6-E1D8-66E0-52771D013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0BE0D-391E-2FA4-52C4-0499EC90A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925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66288-299E-09FC-FDE8-5B47CD7A1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72102-3565-FF26-1210-0EB57BBE7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2C389-EC9C-A0EC-147B-EF13C2552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F8E69-7E15-50F3-2A84-F1F00779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BE243-E036-7606-CB8B-D5B834511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48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CEE8E-0C1A-4830-AC99-F45241DC1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1140D-2FE9-02F6-50D1-2479C08ED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911EC-7F43-D5FD-300C-3B936951D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B7FB3-0179-71E6-9EBE-29D9270DA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E8941-BC90-866E-0518-003B06D6C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073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52A46-1486-99C3-12B3-CF46C6636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D219B-8002-E541-C3F2-8A5AA2889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746D6-C532-2FF8-A74D-A9EFF4861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8F69B-0FC7-69EB-EEF4-F50459A1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D0295-FF63-A073-9D68-8F311F84D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3746D-F7FA-3A95-E091-94F8D46B0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77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5D027-F46B-A0B2-6228-1CA9F52D4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D5844-D85A-14BA-AB0D-1B2B2DD94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73A88D-4500-6DF1-6E79-FA93AEB47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08E474-6EC4-FE92-2495-8A195BF677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426916-8EB5-6497-2C7F-902C58DCC7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A2CCE6-7D9F-07EA-BA74-19A4A37B9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E8903-0F6E-1339-5D98-A8444EA27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D02AE9-1BDF-D833-0CC9-5BE0E65B0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08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96C63-E980-5747-20AB-A0AF1CE0A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44639-F855-C72D-D831-EDB5B29C1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A34047-CE08-7B23-31A9-DE3A17557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467E21-3D66-937F-DA31-2ADB8E56F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0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7B500C-622B-26CB-22BD-72881B2F3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A29972-5522-B0E4-7F3C-D92BF9EE8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5299B-37FF-D126-91BE-40169D4BF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8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74A5B-E742-C7D9-33ED-841204B0C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E1116-18AC-B3CD-439F-5D7DEB60F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A2106-082F-A1C4-DE05-1A23C2DA53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AFD1C8-26B8-6FCD-6206-1F45616A5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78CE9-52A1-9A60-362F-ECBC97240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138711-621D-2DB0-282A-25E9BEEDD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986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3A4FE-32B1-D3D9-005B-19181B371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B05E03-FF07-3C6A-FEE2-6C8C54F561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793AC8-E082-C54B-955A-A3EC54080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A60829-84BB-FC39-DE91-7660EA0C9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220971-8823-46EF-8DFA-B695E07CF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62AAC-75C3-C2B9-3319-982470A5C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88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983FA-98C0-099D-30EB-923F9677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34ADB0-C836-D6E7-C200-3AC2F339AD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B8B97-FBAD-D6BA-ADCE-F180218D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847BF-DA17-D79D-AE51-9E3ED2A01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88DE8-C46F-CAD0-E8A4-BA7D31143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55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2319CF-8848-0628-8C83-29365459A8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CBDE77-6139-1A6F-2C58-19FC87A78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E3BD4-1E3E-9E35-E3F2-AE14A08C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EB675-42B4-1AAB-392E-7BA201FF8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84A5D-30CF-554F-2BCA-DD127E908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810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3B9A0E-6A4E-29DA-FA07-DB7356596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732AD-BC23-E438-BE6D-C71D25DD6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A8BF2-7BB1-134C-F322-9647FE9C43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28AA69-ACB7-499F-9AA9-F80A27BE20B5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FF6D0-12D4-A681-AB23-558AC5D501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C65CC-5305-87D7-6FCD-7BECCFC24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155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1065E98-1C23-E54A-C3A7-D6B01C5B3840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5311901-1733-E78D-7163-0DF9E2D80AFD}"/>
              </a:ext>
            </a:extLst>
          </p:cNvPr>
          <p:cNvGrpSpPr/>
          <p:nvPr/>
        </p:nvGrpSpPr>
        <p:grpSpPr>
          <a:xfrm>
            <a:off x="1701200" y="782613"/>
            <a:ext cx="1724110" cy="461665"/>
            <a:chOff x="96739" y="1202460"/>
            <a:chExt cx="1724110" cy="461665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B9DAA78-943A-02DE-F1DB-10786FE4F03D}"/>
                </a:ext>
              </a:extLst>
            </p:cNvPr>
            <p:cNvSpPr/>
            <p:nvPr/>
          </p:nvSpPr>
          <p:spPr>
            <a:xfrm>
              <a:off x="96740" y="1202460"/>
              <a:ext cx="1724109" cy="46166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B530510-5407-BEA1-DA1F-2637D3B10FD9}"/>
                </a:ext>
              </a:extLst>
            </p:cNvPr>
            <p:cNvSpPr/>
            <p:nvPr/>
          </p:nvSpPr>
          <p:spPr>
            <a:xfrm>
              <a:off x="96739" y="1202460"/>
              <a:ext cx="873319" cy="461665"/>
            </a:xfrm>
            <a:prstGeom prst="roundRect">
              <a:avLst/>
            </a:prstGeom>
            <a:solidFill>
              <a:srgbClr val="4E95D9">
                <a:alpha val="50196"/>
              </a:srgb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8383BB9-33DC-9DC2-9877-99F26F0F2860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การดำเนินการของเซต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EC6565-9FD7-5813-5C7C-CA29E262E8CB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6709E0B-B240-9062-6521-9658DB540736}"/>
              </a:ext>
            </a:extLst>
          </p:cNvPr>
          <p:cNvSpPr txBox="1"/>
          <p:nvPr/>
        </p:nvSpPr>
        <p:spPr>
          <a:xfrm>
            <a:off x="102700" y="829677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จำนวนเซต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E167D6-5ED8-1684-7B8B-077DFA4A9987}"/>
              </a:ext>
            </a:extLst>
          </p:cNvPr>
          <p:cNvSpPr txBox="1"/>
          <p:nvPr/>
        </p:nvSpPr>
        <p:spPr>
          <a:xfrm>
            <a:off x="1760058" y="802475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2 เซต      3เซต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65DCA77-C258-89E1-1AB2-F5153061A004}"/>
              </a:ext>
            </a:extLst>
          </p:cNvPr>
          <p:cNvGrpSpPr/>
          <p:nvPr/>
        </p:nvGrpSpPr>
        <p:grpSpPr>
          <a:xfrm>
            <a:off x="5649168" y="785709"/>
            <a:ext cx="1724110" cy="461665"/>
            <a:chOff x="96739" y="1202460"/>
            <a:chExt cx="1724110" cy="461665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8977F751-11D4-5EF8-B8BA-D3191B57E591}"/>
                </a:ext>
              </a:extLst>
            </p:cNvPr>
            <p:cNvSpPr/>
            <p:nvPr/>
          </p:nvSpPr>
          <p:spPr>
            <a:xfrm>
              <a:off x="96740" y="1202460"/>
              <a:ext cx="1724109" cy="46166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9E33D03A-002D-7D47-3B55-FB070D9D8A4E}"/>
                </a:ext>
              </a:extLst>
            </p:cNvPr>
            <p:cNvSpPr/>
            <p:nvPr/>
          </p:nvSpPr>
          <p:spPr>
            <a:xfrm>
              <a:off x="96739" y="1202460"/>
              <a:ext cx="873319" cy="461665"/>
            </a:xfrm>
            <a:prstGeom prst="roundRect">
              <a:avLst/>
            </a:prstGeom>
            <a:solidFill>
              <a:srgbClr val="4E95D9">
                <a:alpha val="50196"/>
              </a:srgb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5FD91072-09EE-5D26-69B1-A93A5852267B}"/>
              </a:ext>
            </a:extLst>
          </p:cNvPr>
          <p:cNvSpPr txBox="1"/>
          <p:nvPr/>
        </p:nvSpPr>
        <p:spPr>
          <a:xfrm>
            <a:off x="5660433" y="805445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ตัวเลข    ตัวอักษร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57EBD1-434E-8246-B662-9B2CFAB7BB5A}"/>
              </a:ext>
            </a:extLst>
          </p:cNvPr>
          <p:cNvSpPr txBox="1"/>
          <p:nvPr/>
        </p:nvSpPr>
        <p:spPr>
          <a:xfrm>
            <a:off x="3709283" y="831913"/>
            <a:ext cx="1844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รูปแบบของสมาชิก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1B9AF0FA-6DF0-7E33-611B-B691F819661E}"/>
              </a:ext>
            </a:extLst>
          </p:cNvPr>
          <p:cNvSpPr/>
          <p:nvPr/>
        </p:nvSpPr>
        <p:spPr>
          <a:xfrm>
            <a:off x="168494" y="5476352"/>
            <a:ext cx="11887907" cy="1131180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A U B</a:t>
            </a:r>
            <a:endParaRPr lang="en-US"/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93D7F6F1-7C11-8A5F-5B01-5DD527C66CB8}"/>
              </a:ext>
            </a:extLst>
          </p:cNvPr>
          <p:cNvSpPr/>
          <p:nvPr/>
        </p:nvSpPr>
        <p:spPr>
          <a:xfrm>
            <a:off x="168494" y="1550958"/>
            <a:ext cx="11855009" cy="1009914"/>
          </a:xfrm>
          <a:prstGeom prst="roundRect">
            <a:avLst>
              <a:gd name="adj" fmla="val 3501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A31469-99E8-BBA2-31EF-3C46CE9861A2}"/>
              </a:ext>
            </a:extLst>
          </p:cNvPr>
          <p:cNvSpPr txBox="1"/>
          <p:nvPr/>
        </p:nvSpPr>
        <p:spPr>
          <a:xfrm>
            <a:off x="7259036" y="818473"/>
            <a:ext cx="1844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ตัวดำเนินการ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5125F6-8866-0F82-6F61-FEF8A1D4ACE5}"/>
              </a:ext>
            </a:extLst>
          </p:cNvPr>
          <p:cNvSpPr txBox="1"/>
          <p:nvPr/>
        </p:nvSpPr>
        <p:spPr>
          <a:xfrm>
            <a:off x="117369" y="3084592"/>
            <a:ext cx="1940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เอกภพสัมพัทธ์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U :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EE31CCF-B060-CA4C-AE7B-9D2837EF65C7}"/>
              </a:ext>
            </a:extLst>
          </p:cNvPr>
          <p:cNvGrpSpPr/>
          <p:nvPr/>
        </p:nvGrpSpPr>
        <p:grpSpPr>
          <a:xfrm>
            <a:off x="1935048" y="3531149"/>
            <a:ext cx="4791186" cy="377186"/>
            <a:chOff x="542009" y="3617133"/>
            <a:chExt cx="4791186" cy="377186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F073B92C-33DD-5AA2-92E9-CEA638506756}"/>
                </a:ext>
              </a:extLst>
            </p:cNvPr>
            <p:cNvSpPr/>
            <p:nvPr/>
          </p:nvSpPr>
          <p:spPr>
            <a:xfrm>
              <a:off x="542009" y="3628559"/>
              <a:ext cx="365760" cy="36576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DEEE2AA3-5789-FF9C-7377-AB9805CDB58D}"/>
                </a:ext>
              </a:extLst>
            </p:cNvPr>
            <p:cNvSpPr/>
            <p:nvPr/>
          </p:nvSpPr>
          <p:spPr>
            <a:xfrm>
              <a:off x="1012458" y="3628311"/>
              <a:ext cx="365760" cy="36576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FDD71E9A-D5A6-0EFC-B681-964665E903D9}"/>
                </a:ext>
              </a:extLst>
            </p:cNvPr>
            <p:cNvSpPr/>
            <p:nvPr/>
          </p:nvSpPr>
          <p:spPr>
            <a:xfrm>
              <a:off x="1497491" y="3628309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6C9C1FA2-48D1-075C-EA5A-4D92C0926E46}"/>
                </a:ext>
              </a:extLst>
            </p:cNvPr>
            <p:cNvSpPr/>
            <p:nvPr/>
          </p:nvSpPr>
          <p:spPr>
            <a:xfrm>
              <a:off x="1974568" y="3622535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3FC12EB9-7647-4921-3760-743669511F7A}"/>
                </a:ext>
              </a:extLst>
            </p:cNvPr>
            <p:cNvSpPr/>
            <p:nvPr/>
          </p:nvSpPr>
          <p:spPr>
            <a:xfrm>
              <a:off x="2479411" y="3622169"/>
              <a:ext cx="365760" cy="36576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649B1E76-CFC8-64C3-5FA6-18B9D445629B}"/>
                </a:ext>
              </a:extLst>
            </p:cNvPr>
            <p:cNvSpPr/>
            <p:nvPr/>
          </p:nvSpPr>
          <p:spPr>
            <a:xfrm>
              <a:off x="2984254" y="3622169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429C4F77-D82D-E42C-FB5C-EF5D407F1A5D}"/>
                </a:ext>
              </a:extLst>
            </p:cNvPr>
            <p:cNvSpPr/>
            <p:nvPr/>
          </p:nvSpPr>
          <p:spPr>
            <a:xfrm>
              <a:off x="3461331" y="3621157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7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B3C92C3B-6AB7-8880-57ED-8A701C9B3EBB}"/>
                </a:ext>
              </a:extLst>
            </p:cNvPr>
            <p:cNvSpPr/>
            <p:nvPr/>
          </p:nvSpPr>
          <p:spPr>
            <a:xfrm>
              <a:off x="3915305" y="3625871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8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1D6572C6-746C-23B1-8735-565218AF5D28}"/>
                </a:ext>
              </a:extLst>
            </p:cNvPr>
            <p:cNvSpPr/>
            <p:nvPr/>
          </p:nvSpPr>
          <p:spPr>
            <a:xfrm>
              <a:off x="4433078" y="3617133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9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848E863A-9ED5-78E0-328C-F10A6AEFE9BB}"/>
                </a:ext>
              </a:extLst>
            </p:cNvPr>
            <p:cNvSpPr/>
            <p:nvPr/>
          </p:nvSpPr>
          <p:spPr>
            <a:xfrm>
              <a:off x="4967435" y="3617133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400" dirty="0">
                  <a:solidFill>
                    <a:schemeClr val="tx1"/>
                  </a:solidFill>
                </a:rPr>
                <a:t>10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89D971D-A740-C878-E7CE-DE9611304C76}"/>
              </a:ext>
            </a:extLst>
          </p:cNvPr>
          <p:cNvGrpSpPr/>
          <p:nvPr/>
        </p:nvGrpSpPr>
        <p:grpSpPr>
          <a:xfrm>
            <a:off x="1935045" y="3988357"/>
            <a:ext cx="4791186" cy="377186"/>
            <a:chOff x="542009" y="3617133"/>
            <a:chExt cx="4791186" cy="377186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27D26EF1-0DC0-DBE4-CFD7-75F2FCB1786F}"/>
                </a:ext>
              </a:extLst>
            </p:cNvPr>
            <p:cNvSpPr/>
            <p:nvPr/>
          </p:nvSpPr>
          <p:spPr>
            <a:xfrm>
              <a:off x="542009" y="3628559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4E242271-542C-9F75-BDED-C15C88C2190E}"/>
                </a:ext>
              </a:extLst>
            </p:cNvPr>
            <p:cNvSpPr/>
            <p:nvPr/>
          </p:nvSpPr>
          <p:spPr>
            <a:xfrm>
              <a:off x="1012458" y="3628311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698F820D-6F25-5020-16CF-A6E383170DB4}"/>
                </a:ext>
              </a:extLst>
            </p:cNvPr>
            <p:cNvSpPr/>
            <p:nvPr/>
          </p:nvSpPr>
          <p:spPr>
            <a:xfrm>
              <a:off x="1497491" y="3628309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EBCA15AF-1EC3-EEBE-423A-DA0728B6C0F5}"/>
                </a:ext>
              </a:extLst>
            </p:cNvPr>
            <p:cNvSpPr/>
            <p:nvPr/>
          </p:nvSpPr>
          <p:spPr>
            <a:xfrm>
              <a:off x="1974568" y="3622535"/>
              <a:ext cx="365760" cy="36576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7F230ACD-E164-8C7C-CC4D-C9328A0AABDF}"/>
                </a:ext>
              </a:extLst>
            </p:cNvPr>
            <p:cNvSpPr/>
            <p:nvPr/>
          </p:nvSpPr>
          <p:spPr>
            <a:xfrm>
              <a:off x="2479411" y="3622169"/>
              <a:ext cx="365760" cy="36576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54AD6E39-BFDA-C795-E89C-2CB5D1013281}"/>
                </a:ext>
              </a:extLst>
            </p:cNvPr>
            <p:cNvSpPr/>
            <p:nvPr/>
          </p:nvSpPr>
          <p:spPr>
            <a:xfrm>
              <a:off x="2984254" y="3622169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FE8482B4-3A4B-7A9C-1207-EBC2C1F33377}"/>
                </a:ext>
              </a:extLst>
            </p:cNvPr>
            <p:cNvSpPr/>
            <p:nvPr/>
          </p:nvSpPr>
          <p:spPr>
            <a:xfrm>
              <a:off x="3461331" y="3621157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7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A3E23701-418C-31B5-59F7-9AC77BEA2DA8}"/>
                </a:ext>
              </a:extLst>
            </p:cNvPr>
            <p:cNvSpPr/>
            <p:nvPr/>
          </p:nvSpPr>
          <p:spPr>
            <a:xfrm>
              <a:off x="3915305" y="3625871"/>
              <a:ext cx="365760" cy="36576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8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FEF14125-F441-553C-4BDA-DB29E684112A}"/>
                </a:ext>
              </a:extLst>
            </p:cNvPr>
            <p:cNvSpPr/>
            <p:nvPr/>
          </p:nvSpPr>
          <p:spPr>
            <a:xfrm>
              <a:off x="4433078" y="3617133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9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C6FE684C-5A21-DE2A-FC91-073BF18C5871}"/>
                </a:ext>
              </a:extLst>
            </p:cNvPr>
            <p:cNvSpPr/>
            <p:nvPr/>
          </p:nvSpPr>
          <p:spPr>
            <a:xfrm>
              <a:off x="4967435" y="3617133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400" dirty="0">
                  <a:solidFill>
                    <a:schemeClr val="tx1"/>
                  </a:solidFill>
                </a:rPr>
                <a:t>10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C294C675-DC70-89C8-CBC0-138D85D90CE8}"/>
                  </a:ext>
                </a:extLst>
              </p:cNvPr>
              <p:cNvSpPr txBox="1"/>
              <p:nvPr/>
            </p:nvSpPr>
            <p:spPr>
              <a:xfrm>
                <a:off x="7068709" y="3151670"/>
                <a:ext cx="362618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1, 2, 3, 4, 5, 6, 7, 8, 9, 10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C294C675-DC70-89C8-CBC0-138D85D90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8709" y="3151670"/>
                <a:ext cx="3626185" cy="276999"/>
              </a:xfrm>
              <a:prstGeom prst="rect">
                <a:avLst/>
              </a:prstGeom>
              <a:blipFill>
                <a:blip r:embed="rId2"/>
                <a:stretch>
                  <a:fillRect l="-2357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26EB3CAE-74FC-6771-5120-00D819EEACFB}"/>
              </a:ext>
            </a:extLst>
          </p:cNvPr>
          <p:cNvSpPr/>
          <p:nvPr/>
        </p:nvSpPr>
        <p:spPr>
          <a:xfrm>
            <a:off x="9121186" y="782612"/>
            <a:ext cx="2530503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ยูเนียน</a:t>
            </a:r>
            <a:endParaRPr lang="en-US" sz="2400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413C38A-E67C-1AA1-5044-95BEB976E861}"/>
              </a:ext>
            </a:extLst>
          </p:cNvPr>
          <p:cNvSpPr txBox="1"/>
          <p:nvPr/>
        </p:nvSpPr>
        <p:spPr>
          <a:xfrm>
            <a:off x="206816" y="1620193"/>
            <a:ext cx="114448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บทนิยาม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เป็นเซต ยูเนียนของเซต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กับ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คือเซตที่ประกอบด้วยสมาชิกของ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หรือ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 </a:t>
            </a:r>
            <a:endParaRPr lang="th-TH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        ใช้สัญลักษณ์แทนด้วย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U B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โดยที่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U B = {x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|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x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16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∈</a:t>
            </a:r>
            <a:r>
              <a:rPr lang="th-TH" sz="16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หรือ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x</a:t>
            </a: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 </a:t>
            </a:r>
            <a:r>
              <a:rPr lang="en-US" sz="16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∈</a:t>
            </a: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B}  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203733C3-44EA-2062-668A-EC95CF5A0AC0}"/>
                  </a:ext>
                </a:extLst>
              </p:cNvPr>
              <p:cNvSpPr txBox="1"/>
              <p:nvPr/>
            </p:nvSpPr>
            <p:spPr>
              <a:xfrm>
                <a:off x="6971872" y="3565379"/>
                <a:ext cx="205558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/>
                  <a:t>A 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1, 2, 5</m:t>
                        </m:r>
                      </m:e>
                    </m:d>
                    <m:r>
                      <a:rPr lang="th-TH" sz="18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th-TH" sz="1800" dirty="0"/>
              </a:p>
            </p:txBody>
          </p:sp>
        </mc:Choice>
        <mc:Fallback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203733C3-44EA-2062-668A-EC95CF5A0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872" y="3565379"/>
                <a:ext cx="2055587" cy="369332"/>
              </a:xfrm>
              <a:prstGeom prst="rect">
                <a:avLst/>
              </a:prstGeom>
              <a:blipFill>
                <a:blip r:embed="rId3"/>
                <a:stretch>
                  <a:fillRect l="-2671" t="-15000" b="-2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FD66725-7E69-969A-2222-157217579ECE}"/>
              </a:ext>
            </a:extLst>
          </p:cNvPr>
          <p:cNvGrpSpPr/>
          <p:nvPr/>
        </p:nvGrpSpPr>
        <p:grpSpPr>
          <a:xfrm>
            <a:off x="1926085" y="3073945"/>
            <a:ext cx="4791186" cy="377186"/>
            <a:chOff x="542009" y="3617133"/>
            <a:chExt cx="4791186" cy="37718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6EF6CF7E-C4BD-0C2C-9953-A88BC65FB143}"/>
                </a:ext>
              </a:extLst>
            </p:cNvPr>
            <p:cNvSpPr/>
            <p:nvPr/>
          </p:nvSpPr>
          <p:spPr>
            <a:xfrm>
              <a:off x="542009" y="3628559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4" name="Rectangle: Rounded Corners 103">
              <a:extLst>
                <a:ext uri="{FF2B5EF4-FFF2-40B4-BE49-F238E27FC236}">
                  <a16:creationId xmlns:a16="http://schemas.microsoft.com/office/drawing/2014/main" id="{5BF4F02E-9BB9-6246-75F0-510B49DEB00F}"/>
                </a:ext>
              </a:extLst>
            </p:cNvPr>
            <p:cNvSpPr/>
            <p:nvPr/>
          </p:nvSpPr>
          <p:spPr>
            <a:xfrm>
              <a:off x="1012458" y="3628311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5" name="Rectangle: Rounded Corners 104">
              <a:extLst>
                <a:ext uri="{FF2B5EF4-FFF2-40B4-BE49-F238E27FC236}">
                  <a16:creationId xmlns:a16="http://schemas.microsoft.com/office/drawing/2014/main" id="{19D109E3-BACF-27EA-5151-AAC2D65AF9CC}"/>
                </a:ext>
              </a:extLst>
            </p:cNvPr>
            <p:cNvSpPr/>
            <p:nvPr/>
          </p:nvSpPr>
          <p:spPr>
            <a:xfrm>
              <a:off x="1497491" y="3628309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47EC8BC0-FF85-6F91-7FBD-0240EE71DA53}"/>
                </a:ext>
              </a:extLst>
            </p:cNvPr>
            <p:cNvSpPr/>
            <p:nvPr/>
          </p:nvSpPr>
          <p:spPr>
            <a:xfrm>
              <a:off x="1974568" y="3622535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7" name="Rectangle: Rounded Corners 106">
              <a:extLst>
                <a:ext uri="{FF2B5EF4-FFF2-40B4-BE49-F238E27FC236}">
                  <a16:creationId xmlns:a16="http://schemas.microsoft.com/office/drawing/2014/main" id="{9D6735CC-9EC9-4A01-9996-326DDD46D409}"/>
                </a:ext>
              </a:extLst>
            </p:cNvPr>
            <p:cNvSpPr/>
            <p:nvPr/>
          </p:nvSpPr>
          <p:spPr>
            <a:xfrm>
              <a:off x="2479411" y="3622169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8" name="Rectangle: Rounded Corners 107">
              <a:extLst>
                <a:ext uri="{FF2B5EF4-FFF2-40B4-BE49-F238E27FC236}">
                  <a16:creationId xmlns:a16="http://schemas.microsoft.com/office/drawing/2014/main" id="{7BF56DB8-3B50-E761-54AE-90393C4997EC}"/>
                </a:ext>
              </a:extLst>
            </p:cNvPr>
            <p:cNvSpPr/>
            <p:nvPr/>
          </p:nvSpPr>
          <p:spPr>
            <a:xfrm>
              <a:off x="2984254" y="3622169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666B0B53-8BFE-65D9-92BB-1931074FFB10}"/>
                </a:ext>
              </a:extLst>
            </p:cNvPr>
            <p:cNvSpPr/>
            <p:nvPr/>
          </p:nvSpPr>
          <p:spPr>
            <a:xfrm>
              <a:off x="3461331" y="3621157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7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824052D5-5D5C-228E-0D6F-C3163FB9ED32}"/>
                </a:ext>
              </a:extLst>
            </p:cNvPr>
            <p:cNvSpPr/>
            <p:nvPr/>
          </p:nvSpPr>
          <p:spPr>
            <a:xfrm>
              <a:off x="3915305" y="3625871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8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1" name="Rectangle: Rounded Corners 110">
              <a:extLst>
                <a:ext uri="{FF2B5EF4-FFF2-40B4-BE49-F238E27FC236}">
                  <a16:creationId xmlns:a16="http://schemas.microsoft.com/office/drawing/2014/main" id="{F91B34B4-DE54-C9EA-B260-EAACB5FE687D}"/>
                </a:ext>
              </a:extLst>
            </p:cNvPr>
            <p:cNvSpPr/>
            <p:nvPr/>
          </p:nvSpPr>
          <p:spPr>
            <a:xfrm>
              <a:off x="4433078" y="3617133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9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2" name="Rectangle: Rounded Corners 111">
              <a:extLst>
                <a:ext uri="{FF2B5EF4-FFF2-40B4-BE49-F238E27FC236}">
                  <a16:creationId xmlns:a16="http://schemas.microsoft.com/office/drawing/2014/main" id="{F753A35A-04D8-A752-1F59-51A488DDC6AF}"/>
                </a:ext>
              </a:extLst>
            </p:cNvPr>
            <p:cNvSpPr/>
            <p:nvPr/>
          </p:nvSpPr>
          <p:spPr>
            <a:xfrm>
              <a:off x="4967435" y="3617133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400" dirty="0">
                  <a:solidFill>
                    <a:schemeClr val="tx1"/>
                  </a:solidFill>
                </a:rPr>
                <a:t>10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0436D7B6-C46B-DD4F-1FB9-5D37BC89D9C7}"/>
              </a:ext>
            </a:extLst>
          </p:cNvPr>
          <p:cNvSpPr txBox="1"/>
          <p:nvPr/>
        </p:nvSpPr>
        <p:spPr>
          <a:xfrm>
            <a:off x="135397" y="3518231"/>
            <a:ext cx="16737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สมาชิกของเซต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: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D68A8B5F-560F-40D6-A660-04B8CA0F3079}"/>
              </a:ext>
            </a:extLst>
          </p:cNvPr>
          <p:cNvSpPr txBox="1"/>
          <p:nvPr/>
        </p:nvSpPr>
        <p:spPr>
          <a:xfrm>
            <a:off x="139306" y="3979896"/>
            <a:ext cx="19401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สมาชิกของเซต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B 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EFC7447C-F46E-F17F-04A0-60497CEF38FA}"/>
                  </a:ext>
                </a:extLst>
              </p:cNvPr>
              <p:cNvSpPr txBox="1"/>
              <p:nvPr/>
            </p:nvSpPr>
            <p:spPr>
              <a:xfrm>
                <a:off x="6971872" y="3995309"/>
                <a:ext cx="18583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/>
                  <a:t>B  </a:t>
                </a:r>
                <a14:m>
                  <m:oMath xmlns:m="http://schemas.openxmlformats.org/officeDocument/2006/math">
                    <m:r>
                      <a:rPr lang="en-US" sz="18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{4, 5, 8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1800" dirty="0"/>
              </a:p>
            </p:txBody>
          </p:sp>
        </mc:Choice>
        <mc:Fallback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EFC7447C-F46E-F17F-04A0-60497CEF38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872" y="3995309"/>
                <a:ext cx="1858360" cy="369332"/>
              </a:xfrm>
              <a:prstGeom prst="rect">
                <a:avLst/>
              </a:prstGeom>
              <a:blipFill>
                <a:blip r:embed="rId4"/>
                <a:stretch>
                  <a:fillRect l="-2951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FAFA5A55-2DA9-201D-5EFD-436D007D68E8}"/>
              </a:ext>
            </a:extLst>
          </p:cNvPr>
          <p:cNvSpPr/>
          <p:nvPr/>
        </p:nvSpPr>
        <p:spPr>
          <a:xfrm>
            <a:off x="299025" y="4879872"/>
            <a:ext cx="265751" cy="26575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B7606663-5ABE-E47C-5932-98BD71E8E4C4}"/>
              </a:ext>
            </a:extLst>
          </p:cNvPr>
          <p:cNvSpPr txBox="1"/>
          <p:nvPr/>
        </p:nvSpPr>
        <p:spPr>
          <a:xfrm>
            <a:off x="680885" y="4798707"/>
            <a:ext cx="9148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U B </a:t>
            </a:r>
            <a:endParaRPr lang="en-US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895956E2-33FF-C137-E673-289EAB3C524B}"/>
              </a:ext>
            </a:extLst>
          </p:cNvPr>
          <p:cNvSpPr txBox="1"/>
          <p:nvPr/>
        </p:nvSpPr>
        <p:spPr>
          <a:xfrm>
            <a:off x="299024" y="5521537"/>
            <a:ext cx="112321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U B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A U C     B U C    A U B U C</a:t>
            </a:r>
            <a:endParaRPr lang="en-US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E6C2F4C0-1511-B430-1DE0-DCDF8A1D4A3B}"/>
              </a:ext>
            </a:extLst>
          </p:cNvPr>
          <p:cNvSpPr txBox="1"/>
          <p:nvPr/>
        </p:nvSpPr>
        <p:spPr>
          <a:xfrm>
            <a:off x="135397" y="2630072"/>
            <a:ext cx="61049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เลือกสมาชิกของเซต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เซต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แล้วเลือกการดำเนินการ</a:t>
            </a:r>
          </a:p>
        </p:txBody>
      </p:sp>
      <p:pic>
        <p:nvPicPr>
          <p:cNvPr id="128" name="Graphic 127" descr="Checkmark">
            <a:extLst>
              <a:ext uri="{FF2B5EF4-FFF2-40B4-BE49-F238E27FC236}">
                <a16:creationId xmlns:a16="http://schemas.microsoft.com/office/drawing/2014/main" id="{DF4E61AB-F534-89E0-B6E1-1C2849DBDC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9024" y="4879871"/>
            <a:ext cx="265751" cy="26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722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BD701-55E2-6410-829B-D89CFEDD9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D478E9E-1EB2-14F9-ACCB-AA9D9488916B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D78089E-762F-9B0A-50D3-CF4BE4ACD68F}"/>
              </a:ext>
            </a:extLst>
          </p:cNvPr>
          <p:cNvGrpSpPr/>
          <p:nvPr/>
        </p:nvGrpSpPr>
        <p:grpSpPr>
          <a:xfrm>
            <a:off x="1701200" y="782613"/>
            <a:ext cx="1724110" cy="461665"/>
            <a:chOff x="96739" y="1202460"/>
            <a:chExt cx="1724110" cy="461665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C44A3289-8F00-CBB1-74B2-007BB1F376D8}"/>
                </a:ext>
              </a:extLst>
            </p:cNvPr>
            <p:cNvSpPr/>
            <p:nvPr/>
          </p:nvSpPr>
          <p:spPr>
            <a:xfrm>
              <a:off x="96740" y="1202460"/>
              <a:ext cx="1724109" cy="46166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4AA940D2-A211-F67E-8555-671039C0674D}"/>
                </a:ext>
              </a:extLst>
            </p:cNvPr>
            <p:cNvSpPr/>
            <p:nvPr/>
          </p:nvSpPr>
          <p:spPr>
            <a:xfrm>
              <a:off x="96739" y="1202460"/>
              <a:ext cx="873319" cy="461665"/>
            </a:xfrm>
            <a:prstGeom prst="roundRect">
              <a:avLst/>
            </a:prstGeom>
            <a:solidFill>
              <a:srgbClr val="4E95D9">
                <a:alpha val="50196"/>
              </a:srgb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1A09E59-4B31-EAF7-8504-218E6313AD7B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การดำเนินการของเซต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3C3AE1E-7056-2F9A-FA30-3121553AECC4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B10372D-8F4D-D8D8-06D5-AD1DC2782353}"/>
              </a:ext>
            </a:extLst>
          </p:cNvPr>
          <p:cNvSpPr txBox="1"/>
          <p:nvPr/>
        </p:nvSpPr>
        <p:spPr>
          <a:xfrm>
            <a:off x="102700" y="829677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จำนวนเซต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32A071-0612-E9FA-C8D8-DF1FC1C6FE1E}"/>
              </a:ext>
            </a:extLst>
          </p:cNvPr>
          <p:cNvSpPr txBox="1"/>
          <p:nvPr/>
        </p:nvSpPr>
        <p:spPr>
          <a:xfrm>
            <a:off x="1760058" y="802475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2 เซต      3เซต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8E9FD5A-749E-9E6D-5691-7CF46DD65F52}"/>
              </a:ext>
            </a:extLst>
          </p:cNvPr>
          <p:cNvGrpSpPr/>
          <p:nvPr/>
        </p:nvGrpSpPr>
        <p:grpSpPr>
          <a:xfrm>
            <a:off x="5649168" y="785709"/>
            <a:ext cx="1724110" cy="461665"/>
            <a:chOff x="96739" y="1202460"/>
            <a:chExt cx="1724110" cy="461665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298768EE-D4F9-8D65-032B-8EE7220BDDE0}"/>
                </a:ext>
              </a:extLst>
            </p:cNvPr>
            <p:cNvSpPr/>
            <p:nvPr/>
          </p:nvSpPr>
          <p:spPr>
            <a:xfrm>
              <a:off x="96740" y="1202460"/>
              <a:ext cx="1724109" cy="46166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8C912900-2A52-FB1B-637A-8E153A4B8A87}"/>
                </a:ext>
              </a:extLst>
            </p:cNvPr>
            <p:cNvSpPr/>
            <p:nvPr/>
          </p:nvSpPr>
          <p:spPr>
            <a:xfrm>
              <a:off x="96739" y="1202460"/>
              <a:ext cx="873319" cy="461665"/>
            </a:xfrm>
            <a:prstGeom prst="roundRect">
              <a:avLst/>
            </a:prstGeom>
            <a:solidFill>
              <a:srgbClr val="4E95D9">
                <a:alpha val="50196"/>
              </a:srgb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A129A86B-FC79-CD39-1F96-ED10FCFF572D}"/>
              </a:ext>
            </a:extLst>
          </p:cNvPr>
          <p:cNvSpPr txBox="1"/>
          <p:nvPr/>
        </p:nvSpPr>
        <p:spPr>
          <a:xfrm>
            <a:off x="5660433" y="805445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ตัวเลข    ตัวอักษร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B534EA-BB18-B224-BFF2-14C9BD2680D7}"/>
              </a:ext>
            </a:extLst>
          </p:cNvPr>
          <p:cNvSpPr txBox="1"/>
          <p:nvPr/>
        </p:nvSpPr>
        <p:spPr>
          <a:xfrm>
            <a:off x="3709283" y="831913"/>
            <a:ext cx="1844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รูปแบบของสมาชิก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3C519FDB-D5E2-8D89-CFAA-76B28120FB5A}"/>
              </a:ext>
            </a:extLst>
          </p:cNvPr>
          <p:cNvSpPr/>
          <p:nvPr/>
        </p:nvSpPr>
        <p:spPr>
          <a:xfrm>
            <a:off x="168494" y="5476352"/>
            <a:ext cx="11887907" cy="1131180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A U B</a:t>
            </a:r>
            <a:endParaRPr lang="en-US"/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5B986EAB-D24D-7477-CF1E-79A48037816E}"/>
              </a:ext>
            </a:extLst>
          </p:cNvPr>
          <p:cNvSpPr/>
          <p:nvPr/>
        </p:nvSpPr>
        <p:spPr>
          <a:xfrm>
            <a:off x="168494" y="1550958"/>
            <a:ext cx="11855009" cy="1009914"/>
          </a:xfrm>
          <a:prstGeom prst="roundRect">
            <a:avLst>
              <a:gd name="adj" fmla="val 3501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868C26-7108-ACBE-03A0-BADADD3B009A}"/>
              </a:ext>
            </a:extLst>
          </p:cNvPr>
          <p:cNvSpPr txBox="1"/>
          <p:nvPr/>
        </p:nvSpPr>
        <p:spPr>
          <a:xfrm>
            <a:off x="7259036" y="818473"/>
            <a:ext cx="1844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ตัวดำเนินการ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17962B-FEAC-45DA-56A3-F5134D533B75}"/>
              </a:ext>
            </a:extLst>
          </p:cNvPr>
          <p:cNvSpPr txBox="1"/>
          <p:nvPr/>
        </p:nvSpPr>
        <p:spPr>
          <a:xfrm>
            <a:off x="117369" y="3084592"/>
            <a:ext cx="1940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เอกภพสัมพัทธ์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U :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09391A4-0B3D-90CC-81C2-8C846ACC4890}"/>
              </a:ext>
            </a:extLst>
          </p:cNvPr>
          <p:cNvGrpSpPr/>
          <p:nvPr/>
        </p:nvGrpSpPr>
        <p:grpSpPr>
          <a:xfrm>
            <a:off x="1935048" y="3531149"/>
            <a:ext cx="4791186" cy="377186"/>
            <a:chOff x="542009" y="3617133"/>
            <a:chExt cx="4791186" cy="377186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90FB1323-4106-C5CD-7BDD-253C122902ED}"/>
                </a:ext>
              </a:extLst>
            </p:cNvPr>
            <p:cNvSpPr/>
            <p:nvPr/>
          </p:nvSpPr>
          <p:spPr>
            <a:xfrm>
              <a:off x="542009" y="3628559"/>
              <a:ext cx="365760" cy="36576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94767352-9F47-2155-AF84-30E7D65107E8}"/>
                </a:ext>
              </a:extLst>
            </p:cNvPr>
            <p:cNvSpPr/>
            <p:nvPr/>
          </p:nvSpPr>
          <p:spPr>
            <a:xfrm>
              <a:off x="1012458" y="3628311"/>
              <a:ext cx="365760" cy="36576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8371CF2A-88DA-86B3-D92A-77F74D1C8049}"/>
                </a:ext>
              </a:extLst>
            </p:cNvPr>
            <p:cNvSpPr/>
            <p:nvPr/>
          </p:nvSpPr>
          <p:spPr>
            <a:xfrm>
              <a:off x="1497491" y="3628309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B3650A46-FB06-2B2F-023A-F1E47BCE8CDC}"/>
                </a:ext>
              </a:extLst>
            </p:cNvPr>
            <p:cNvSpPr/>
            <p:nvPr/>
          </p:nvSpPr>
          <p:spPr>
            <a:xfrm>
              <a:off x="1974568" y="3622535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3603F2F4-555E-5370-74A5-8F87C74505BC}"/>
                </a:ext>
              </a:extLst>
            </p:cNvPr>
            <p:cNvSpPr/>
            <p:nvPr/>
          </p:nvSpPr>
          <p:spPr>
            <a:xfrm>
              <a:off x="2479411" y="3622169"/>
              <a:ext cx="365760" cy="36576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64697982-F3CD-0896-1DC8-606F3825D60F}"/>
                </a:ext>
              </a:extLst>
            </p:cNvPr>
            <p:cNvSpPr/>
            <p:nvPr/>
          </p:nvSpPr>
          <p:spPr>
            <a:xfrm>
              <a:off x="2984254" y="3622169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A32FC361-6796-D591-2787-47F3FA382E7E}"/>
                </a:ext>
              </a:extLst>
            </p:cNvPr>
            <p:cNvSpPr/>
            <p:nvPr/>
          </p:nvSpPr>
          <p:spPr>
            <a:xfrm>
              <a:off x="3461331" y="3621157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7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ECB1423E-79F4-CA89-8625-15EB7AFAB244}"/>
                </a:ext>
              </a:extLst>
            </p:cNvPr>
            <p:cNvSpPr/>
            <p:nvPr/>
          </p:nvSpPr>
          <p:spPr>
            <a:xfrm>
              <a:off x="3915305" y="3625871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8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EA009AEC-2868-15C8-6C08-BA815A1E3EF4}"/>
                </a:ext>
              </a:extLst>
            </p:cNvPr>
            <p:cNvSpPr/>
            <p:nvPr/>
          </p:nvSpPr>
          <p:spPr>
            <a:xfrm>
              <a:off x="4433078" y="3617133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9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E2496321-DA69-4C7B-7664-2ADDD4E22D9C}"/>
                </a:ext>
              </a:extLst>
            </p:cNvPr>
            <p:cNvSpPr/>
            <p:nvPr/>
          </p:nvSpPr>
          <p:spPr>
            <a:xfrm>
              <a:off x="4967435" y="3617133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400" dirty="0">
                  <a:solidFill>
                    <a:schemeClr val="tx1"/>
                  </a:solidFill>
                </a:rPr>
                <a:t>10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F01136E-F30E-0897-379F-EAF5B0A89DAE}"/>
              </a:ext>
            </a:extLst>
          </p:cNvPr>
          <p:cNvGrpSpPr/>
          <p:nvPr/>
        </p:nvGrpSpPr>
        <p:grpSpPr>
          <a:xfrm>
            <a:off x="1935045" y="3988357"/>
            <a:ext cx="4791186" cy="377186"/>
            <a:chOff x="542009" y="3617133"/>
            <a:chExt cx="4791186" cy="377186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4FB1A219-8883-A2F1-5A73-6C31BACCBCD7}"/>
                </a:ext>
              </a:extLst>
            </p:cNvPr>
            <p:cNvSpPr/>
            <p:nvPr/>
          </p:nvSpPr>
          <p:spPr>
            <a:xfrm>
              <a:off x="542009" y="3628559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4D26380C-9A34-4027-AB3F-15568E1F1DED}"/>
                </a:ext>
              </a:extLst>
            </p:cNvPr>
            <p:cNvSpPr/>
            <p:nvPr/>
          </p:nvSpPr>
          <p:spPr>
            <a:xfrm>
              <a:off x="1012458" y="3628311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1D7D6F8B-3AA4-00BC-6746-7793156BA73F}"/>
                </a:ext>
              </a:extLst>
            </p:cNvPr>
            <p:cNvSpPr/>
            <p:nvPr/>
          </p:nvSpPr>
          <p:spPr>
            <a:xfrm>
              <a:off x="1497491" y="3628309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35F8C2A2-0AED-68BF-40F8-222571AA2897}"/>
                </a:ext>
              </a:extLst>
            </p:cNvPr>
            <p:cNvSpPr/>
            <p:nvPr/>
          </p:nvSpPr>
          <p:spPr>
            <a:xfrm>
              <a:off x="1974568" y="3622535"/>
              <a:ext cx="365760" cy="36576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FB9EF768-BD21-9CF0-D315-5460C4351973}"/>
                </a:ext>
              </a:extLst>
            </p:cNvPr>
            <p:cNvSpPr/>
            <p:nvPr/>
          </p:nvSpPr>
          <p:spPr>
            <a:xfrm>
              <a:off x="2479411" y="3622169"/>
              <a:ext cx="365760" cy="36576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041F4BAE-18B3-5F5E-2171-F47E92DA8DC1}"/>
                </a:ext>
              </a:extLst>
            </p:cNvPr>
            <p:cNvSpPr/>
            <p:nvPr/>
          </p:nvSpPr>
          <p:spPr>
            <a:xfrm>
              <a:off x="2984254" y="3622169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1A8C06FF-A8FC-0055-EED6-019A0D803122}"/>
                </a:ext>
              </a:extLst>
            </p:cNvPr>
            <p:cNvSpPr/>
            <p:nvPr/>
          </p:nvSpPr>
          <p:spPr>
            <a:xfrm>
              <a:off x="3461331" y="3621157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7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73D79C8A-62E6-12D8-F179-A3162B326F56}"/>
                </a:ext>
              </a:extLst>
            </p:cNvPr>
            <p:cNvSpPr/>
            <p:nvPr/>
          </p:nvSpPr>
          <p:spPr>
            <a:xfrm>
              <a:off x="3915305" y="3625871"/>
              <a:ext cx="365760" cy="36576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8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FAA1E68F-D817-652A-FAA4-EF02BEA5E777}"/>
                </a:ext>
              </a:extLst>
            </p:cNvPr>
            <p:cNvSpPr/>
            <p:nvPr/>
          </p:nvSpPr>
          <p:spPr>
            <a:xfrm>
              <a:off x="4433078" y="3617133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9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956934E7-4368-3B9E-4FDD-3F6F3B97F884}"/>
                </a:ext>
              </a:extLst>
            </p:cNvPr>
            <p:cNvSpPr/>
            <p:nvPr/>
          </p:nvSpPr>
          <p:spPr>
            <a:xfrm>
              <a:off x="4967435" y="3617133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400" dirty="0">
                  <a:solidFill>
                    <a:schemeClr val="tx1"/>
                  </a:solidFill>
                </a:rPr>
                <a:t>10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35DDF9D0-B3AE-4057-4244-B82C85EA0F57}"/>
                  </a:ext>
                </a:extLst>
              </p:cNvPr>
              <p:cNvSpPr txBox="1"/>
              <p:nvPr/>
            </p:nvSpPr>
            <p:spPr>
              <a:xfrm>
                <a:off x="7068709" y="3151670"/>
                <a:ext cx="362618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1, 2, 3, 4, 5, 6, 7, 8, 9, 10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35DDF9D0-B3AE-4057-4244-B82C85EA0F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8709" y="3151670"/>
                <a:ext cx="3626185" cy="276999"/>
              </a:xfrm>
              <a:prstGeom prst="rect">
                <a:avLst/>
              </a:prstGeom>
              <a:blipFill>
                <a:blip r:embed="rId2"/>
                <a:stretch>
                  <a:fillRect l="-2357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BE1FCBA7-36EE-6707-CD43-E39DF84AB2AE}"/>
              </a:ext>
            </a:extLst>
          </p:cNvPr>
          <p:cNvSpPr/>
          <p:nvPr/>
        </p:nvSpPr>
        <p:spPr>
          <a:xfrm>
            <a:off x="9121186" y="782612"/>
            <a:ext cx="2530503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อินเตอร์เซคชัน</a:t>
            </a:r>
            <a:endParaRPr lang="en-US" sz="2400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7523537-945A-63BA-DEE0-8FBDDB932496}"/>
              </a:ext>
            </a:extLst>
          </p:cNvPr>
          <p:cNvSpPr txBox="1"/>
          <p:nvPr/>
        </p:nvSpPr>
        <p:spPr>
          <a:xfrm>
            <a:off x="206816" y="1620193"/>
            <a:ext cx="114448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บทนิยาม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เป็นเซต อินเตอร์เซคชันของเซต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กับ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คือเซตที่ประกอบด้วยสมาชิกของ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 </a:t>
            </a:r>
            <a:endParaRPr lang="th-TH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        ใช้สัญลักษณ์แทนด้วย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en-US" sz="2400" dirty="0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∩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B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โดยที่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en-US" sz="2400" dirty="0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∩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B = {x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|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x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16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∈</a:t>
            </a:r>
            <a:r>
              <a:rPr lang="th-TH" sz="16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x</a:t>
            </a: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 </a:t>
            </a:r>
            <a:r>
              <a:rPr lang="en-US" sz="16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∈</a:t>
            </a: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B}  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CDAACB59-1405-F15E-2457-113C69C4416A}"/>
                  </a:ext>
                </a:extLst>
              </p:cNvPr>
              <p:cNvSpPr txBox="1"/>
              <p:nvPr/>
            </p:nvSpPr>
            <p:spPr>
              <a:xfrm>
                <a:off x="6971872" y="3565379"/>
                <a:ext cx="205558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/>
                  <a:t>A 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1, 2, 5</m:t>
                        </m:r>
                      </m:e>
                    </m:d>
                    <m:r>
                      <a:rPr lang="th-TH" sz="18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th-TH" sz="1800" dirty="0"/>
              </a:p>
            </p:txBody>
          </p:sp>
        </mc:Choice>
        <mc:Fallback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CDAACB59-1405-F15E-2457-113C69C44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872" y="3565379"/>
                <a:ext cx="2055587" cy="369332"/>
              </a:xfrm>
              <a:prstGeom prst="rect">
                <a:avLst/>
              </a:prstGeom>
              <a:blipFill>
                <a:blip r:embed="rId3"/>
                <a:stretch>
                  <a:fillRect l="-2671" t="-15000" b="-2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2" name="Group 101">
            <a:extLst>
              <a:ext uri="{FF2B5EF4-FFF2-40B4-BE49-F238E27FC236}">
                <a16:creationId xmlns:a16="http://schemas.microsoft.com/office/drawing/2014/main" id="{F7FCA635-9494-3CF3-6CAC-A1ECE94342CB}"/>
              </a:ext>
            </a:extLst>
          </p:cNvPr>
          <p:cNvGrpSpPr/>
          <p:nvPr/>
        </p:nvGrpSpPr>
        <p:grpSpPr>
          <a:xfrm>
            <a:off x="1926085" y="3073945"/>
            <a:ext cx="4791186" cy="377186"/>
            <a:chOff x="542009" y="3617133"/>
            <a:chExt cx="4791186" cy="37718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42925C72-F169-9B24-811E-C4BA03FC002C}"/>
                </a:ext>
              </a:extLst>
            </p:cNvPr>
            <p:cNvSpPr/>
            <p:nvPr/>
          </p:nvSpPr>
          <p:spPr>
            <a:xfrm>
              <a:off x="542009" y="3628559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4" name="Rectangle: Rounded Corners 103">
              <a:extLst>
                <a:ext uri="{FF2B5EF4-FFF2-40B4-BE49-F238E27FC236}">
                  <a16:creationId xmlns:a16="http://schemas.microsoft.com/office/drawing/2014/main" id="{2E99F14E-720C-DB23-9834-95D5F33162A4}"/>
                </a:ext>
              </a:extLst>
            </p:cNvPr>
            <p:cNvSpPr/>
            <p:nvPr/>
          </p:nvSpPr>
          <p:spPr>
            <a:xfrm>
              <a:off x="1012458" y="3628311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5" name="Rectangle: Rounded Corners 104">
              <a:extLst>
                <a:ext uri="{FF2B5EF4-FFF2-40B4-BE49-F238E27FC236}">
                  <a16:creationId xmlns:a16="http://schemas.microsoft.com/office/drawing/2014/main" id="{713A6613-9E4C-B770-86AF-566EE1B632B4}"/>
                </a:ext>
              </a:extLst>
            </p:cNvPr>
            <p:cNvSpPr/>
            <p:nvPr/>
          </p:nvSpPr>
          <p:spPr>
            <a:xfrm>
              <a:off x="1497491" y="3628309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7EFF6502-2F3B-4023-6C0D-06F89C87540A}"/>
                </a:ext>
              </a:extLst>
            </p:cNvPr>
            <p:cNvSpPr/>
            <p:nvPr/>
          </p:nvSpPr>
          <p:spPr>
            <a:xfrm>
              <a:off x="1974568" y="3622535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7" name="Rectangle: Rounded Corners 106">
              <a:extLst>
                <a:ext uri="{FF2B5EF4-FFF2-40B4-BE49-F238E27FC236}">
                  <a16:creationId xmlns:a16="http://schemas.microsoft.com/office/drawing/2014/main" id="{FE3E6D7D-8452-69EA-F160-C5710EDDB64B}"/>
                </a:ext>
              </a:extLst>
            </p:cNvPr>
            <p:cNvSpPr/>
            <p:nvPr/>
          </p:nvSpPr>
          <p:spPr>
            <a:xfrm>
              <a:off x="2479411" y="3622169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8" name="Rectangle: Rounded Corners 107">
              <a:extLst>
                <a:ext uri="{FF2B5EF4-FFF2-40B4-BE49-F238E27FC236}">
                  <a16:creationId xmlns:a16="http://schemas.microsoft.com/office/drawing/2014/main" id="{3458A692-17B5-F4FE-9410-4896B4AEB79C}"/>
                </a:ext>
              </a:extLst>
            </p:cNvPr>
            <p:cNvSpPr/>
            <p:nvPr/>
          </p:nvSpPr>
          <p:spPr>
            <a:xfrm>
              <a:off x="2984254" y="3622169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4403E46E-FC39-4BC5-6AA8-B8198F1A5FCF}"/>
                </a:ext>
              </a:extLst>
            </p:cNvPr>
            <p:cNvSpPr/>
            <p:nvPr/>
          </p:nvSpPr>
          <p:spPr>
            <a:xfrm>
              <a:off x="3461331" y="3621157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7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0F9D10E0-097B-42DA-36EA-67AE69B972CE}"/>
                </a:ext>
              </a:extLst>
            </p:cNvPr>
            <p:cNvSpPr/>
            <p:nvPr/>
          </p:nvSpPr>
          <p:spPr>
            <a:xfrm>
              <a:off x="3915305" y="3625871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8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1" name="Rectangle: Rounded Corners 110">
              <a:extLst>
                <a:ext uri="{FF2B5EF4-FFF2-40B4-BE49-F238E27FC236}">
                  <a16:creationId xmlns:a16="http://schemas.microsoft.com/office/drawing/2014/main" id="{09A035EA-F921-EFB6-194F-06CC62D553B5}"/>
                </a:ext>
              </a:extLst>
            </p:cNvPr>
            <p:cNvSpPr/>
            <p:nvPr/>
          </p:nvSpPr>
          <p:spPr>
            <a:xfrm>
              <a:off x="4433078" y="3617133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9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2" name="Rectangle: Rounded Corners 111">
              <a:extLst>
                <a:ext uri="{FF2B5EF4-FFF2-40B4-BE49-F238E27FC236}">
                  <a16:creationId xmlns:a16="http://schemas.microsoft.com/office/drawing/2014/main" id="{6F474E41-42F6-A83C-8E68-58688A9DA7DA}"/>
                </a:ext>
              </a:extLst>
            </p:cNvPr>
            <p:cNvSpPr/>
            <p:nvPr/>
          </p:nvSpPr>
          <p:spPr>
            <a:xfrm>
              <a:off x="4967435" y="3617133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400" dirty="0">
                  <a:solidFill>
                    <a:schemeClr val="tx1"/>
                  </a:solidFill>
                </a:rPr>
                <a:t>10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A90ED6E5-BF98-A244-22F8-A080DDF8E632}"/>
              </a:ext>
            </a:extLst>
          </p:cNvPr>
          <p:cNvSpPr txBox="1"/>
          <p:nvPr/>
        </p:nvSpPr>
        <p:spPr>
          <a:xfrm>
            <a:off x="135397" y="3518231"/>
            <a:ext cx="16737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สมาชิกของเซต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: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2DF33A8-E63C-9D4D-B0E3-A000C9E05434}"/>
              </a:ext>
            </a:extLst>
          </p:cNvPr>
          <p:cNvSpPr txBox="1"/>
          <p:nvPr/>
        </p:nvSpPr>
        <p:spPr>
          <a:xfrm>
            <a:off x="139306" y="3979896"/>
            <a:ext cx="19401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สมาชิกของเซต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B 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800CBDD0-5BD5-1695-AE41-3012C125183B}"/>
                  </a:ext>
                </a:extLst>
              </p:cNvPr>
              <p:cNvSpPr txBox="1"/>
              <p:nvPr/>
            </p:nvSpPr>
            <p:spPr>
              <a:xfrm>
                <a:off x="6971872" y="3995309"/>
                <a:ext cx="18583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/>
                  <a:t>B  </a:t>
                </a:r>
                <a14:m>
                  <m:oMath xmlns:m="http://schemas.openxmlformats.org/officeDocument/2006/math">
                    <m:r>
                      <a:rPr lang="en-US" sz="18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{4, 5, 8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1800" dirty="0"/>
              </a:p>
            </p:txBody>
          </p:sp>
        </mc:Choice>
        <mc:Fallback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800CBDD0-5BD5-1695-AE41-3012C12518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872" y="3995309"/>
                <a:ext cx="1858360" cy="369332"/>
              </a:xfrm>
              <a:prstGeom prst="rect">
                <a:avLst/>
              </a:prstGeom>
              <a:blipFill>
                <a:blip r:embed="rId4"/>
                <a:stretch>
                  <a:fillRect l="-2951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41B98FEE-C2DA-1114-1766-CB8B2F34BACC}"/>
              </a:ext>
            </a:extLst>
          </p:cNvPr>
          <p:cNvSpPr/>
          <p:nvPr/>
        </p:nvSpPr>
        <p:spPr>
          <a:xfrm>
            <a:off x="299025" y="4879872"/>
            <a:ext cx="265751" cy="26575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5DBC43E7-0358-5721-AD6D-C1B5BB12895D}"/>
              </a:ext>
            </a:extLst>
          </p:cNvPr>
          <p:cNvSpPr txBox="1"/>
          <p:nvPr/>
        </p:nvSpPr>
        <p:spPr>
          <a:xfrm>
            <a:off x="680885" y="4798707"/>
            <a:ext cx="9148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en-US" sz="2400" dirty="0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∩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B </a:t>
            </a:r>
            <a:endParaRPr lang="en-US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96A68541-94FB-F34E-13F0-6016C616977E}"/>
              </a:ext>
            </a:extLst>
          </p:cNvPr>
          <p:cNvSpPr txBox="1"/>
          <p:nvPr/>
        </p:nvSpPr>
        <p:spPr>
          <a:xfrm>
            <a:off x="206816" y="5743804"/>
            <a:ext cx="42230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en-US" sz="2400" dirty="0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∩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B = {5}  </a:t>
            </a:r>
            <a:endParaRPr lang="en-US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73C64AD5-4A09-E20D-4897-976C56696947}"/>
              </a:ext>
            </a:extLst>
          </p:cNvPr>
          <p:cNvSpPr txBox="1"/>
          <p:nvPr/>
        </p:nvSpPr>
        <p:spPr>
          <a:xfrm>
            <a:off x="135397" y="2630072"/>
            <a:ext cx="61049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เลือกสมาชิกของเซต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เซต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แล้วเลือกการดำเนินการ</a:t>
            </a:r>
          </a:p>
        </p:txBody>
      </p:sp>
      <p:pic>
        <p:nvPicPr>
          <p:cNvPr id="128" name="Graphic 127" descr="Checkmark">
            <a:extLst>
              <a:ext uri="{FF2B5EF4-FFF2-40B4-BE49-F238E27FC236}">
                <a16:creationId xmlns:a16="http://schemas.microsoft.com/office/drawing/2014/main" id="{3A610B67-5A3D-97D3-5B91-D5B56B32EF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9024" y="4879871"/>
            <a:ext cx="265751" cy="26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531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73358-2539-DD10-09E4-F44D3A7F6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DB18A9C-AB71-DF5D-395D-D0537FCFB4F7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E7D9DE3-38D4-79C6-ABA1-D14E44479C18}"/>
              </a:ext>
            </a:extLst>
          </p:cNvPr>
          <p:cNvGrpSpPr/>
          <p:nvPr/>
        </p:nvGrpSpPr>
        <p:grpSpPr>
          <a:xfrm>
            <a:off x="1701200" y="782613"/>
            <a:ext cx="1724110" cy="461665"/>
            <a:chOff x="96739" y="1202460"/>
            <a:chExt cx="1724110" cy="461665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E9F4A0EB-27D5-F352-F272-DDB2A83BDA54}"/>
                </a:ext>
              </a:extLst>
            </p:cNvPr>
            <p:cNvSpPr/>
            <p:nvPr/>
          </p:nvSpPr>
          <p:spPr>
            <a:xfrm>
              <a:off x="96740" y="1202460"/>
              <a:ext cx="1724109" cy="46166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909A610-6BDC-6D5E-FFAD-3D2C7BDEC982}"/>
                </a:ext>
              </a:extLst>
            </p:cNvPr>
            <p:cNvSpPr/>
            <p:nvPr/>
          </p:nvSpPr>
          <p:spPr>
            <a:xfrm>
              <a:off x="96739" y="1202460"/>
              <a:ext cx="873319" cy="461665"/>
            </a:xfrm>
            <a:prstGeom prst="roundRect">
              <a:avLst/>
            </a:prstGeom>
            <a:solidFill>
              <a:srgbClr val="4E95D9">
                <a:alpha val="50196"/>
              </a:srgb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EC25868-430C-9526-DB30-AFB3A33445CC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การดำเนินการของเซต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99197D-CFC8-EFBA-D2C5-ED5D03CFB443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EA08E96-A39D-4D54-D24F-6E4C3DF6196A}"/>
              </a:ext>
            </a:extLst>
          </p:cNvPr>
          <p:cNvSpPr txBox="1"/>
          <p:nvPr/>
        </p:nvSpPr>
        <p:spPr>
          <a:xfrm>
            <a:off x="102700" y="829677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จำนวนเซต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F629C6-F6E8-0840-2E74-D9AF3024D2E6}"/>
              </a:ext>
            </a:extLst>
          </p:cNvPr>
          <p:cNvSpPr txBox="1"/>
          <p:nvPr/>
        </p:nvSpPr>
        <p:spPr>
          <a:xfrm>
            <a:off x="1760058" y="802475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2 เซต      3เซต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AB38BC2-2883-EC0A-7837-ABDFF8BD17D1}"/>
              </a:ext>
            </a:extLst>
          </p:cNvPr>
          <p:cNvGrpSpPr/>
          <p:nvPr/>
        </p:nvGrpSpPr>
        <p:grpSpPr>
          <a:xfrm>
            <a:off x="5649168" y="785709"/>
            <a:ext cx="1724110" cy="461665"/>
            <a:chOff x="96739" y="1202460"/>
            <a:chExt cx="1724110" cy="461665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7A3E1CC8-CB3E-DDBF-551A-694D6C682556}"/>
                </a:ext>
              </a:extLst>
            </p:cNvPr>
            <p:cNvSpPr/>
            <p:nvPr/>
          </p:nvSpPr>
          <p:spPr>
            <a:xfrm>
              <a:off x="96740" y="1202460"/>
              <a:ext cx="1724109" cy="46166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FDE03B93-AF29-37CD-B6AE-5DA0C9200ABE}"/>
                </a:ext>
              </a:extLst>
            </p:cNvPr>
            <p:cNvSpPr/>
            <p:nvPr/>
          </p:nvSpPr>
          <p:spPr>
            <a:xfrm>
              <a:off x="96739" y="1202460"/>
              <a:ext cx="873319" cy="461665"/>
            </a:xfrm>
            <a:prstGeom prst="roundRect">
              <a:avLst/>
            </a:prstGeom>
            <a:solidFill>
              <a:srgbClr val="4E95D9">
                <a:alpha val="50196"/>
              </a:srgb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0FACF9B-FCB9-1F5B-8920-C93BBEC8756D}"/>
              </a:ext>
            </a:extLst>
          </p:cNvPr>
          <p:cNvSpPr txBox="1"/>
          <p:nvPr/>
        </p:nvSpPr>
        <p:spPr>
          <a:xfrm>
            <a:off x="5660433" y="805445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ตัวเลข    ตัวอักษร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7C72FF-2001-6967-4E85-08542FCC8252}"/>
              </a:ext>
            </a:extLst>
          </p:cNvPr>
          <p:cNvSpPr txBox="1"/>
          <p:nvPr/>
        </p:nvSpPr>
        <p:spPr>
          <a:xfrm>
            <a:off x="3709283" y="831913"/>
            <a:ext cx="1844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รูปแบบของสมาชิก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7CFBBA98-B228-73D3-367B-19054C62F2D1}"/>
              </a:ext>
            </a:extLst>
          </p:cNvPr>
          <p:cNvSpPr/>
          <p:nvPr/>
        </p:nvSpPr>
        <p:spPr>
          <a:xfrm>
            <a:off x="168494" y="5476352"/>
            <a:ext cx="11887907" cy="1131180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A U B</a:t>
            </a:r>
            <a:endParaRPr lang="en-US"/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464040C9-ED56-F05C-630F-82B9878D50F1}"/>
              </a:ext>
            </a:extLst>
          </p:cNvPr>
          <p:cNvSpPr/>
          <p:nvPr/>
        </p:nvSpPr>
        <p:spPr>
          <a:xfrm>
            <a:off x="168494" y="1550958"/>
            <a:ext cx="11855009" cy="1009914"/>
          </a:xfrm>
          <a:prstGeom prst="roundRect">
            <a:avLst>
              <a:gd name="adj" fmla="val 3501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CE0B5A-258D-4603-20A9-B84489EB70E0}"/>
              </a:ext>
            </a:extLst>
          </p:cNvPr>
          <p:cNvSpPr txBox="1"/>
          <p:nvPr/>
        </p:nvSpPr>
        <p:spPr>
          <a:xfrm>
            <a:off x="7259036" y="818473"/>
            <a:ext cx="1844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ตัวดำเนินการ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350BDF-B9F8-7373-A6F6-B3F83C33C2C3}"/>
              </a:ext>
            </a:extLst>
          </p:cNvPr>
          <p:cNvSpPr txBox="1"/>
          <p:nvPr/>
        </p:nvSpPr>
        <p:spPr>
          <a:xfrm>
            <a:off x="117369" y="3084592"/>
            <a:ext cx="1940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เอกภพสัมพัทธ์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U :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CA62E99-0F35-FDEB-5E95-0AFA4EE469A8}"/>
              </a:ext>
            </a:extLst>
          </p:cNvPr>
          <p:cNvGrpSpPr/>
          <p:nvPr/>
        </p:nvGrpSpPr>
        <p:grpSpPr>
          <a:xfrm>
            <a:off x="1935048" y="3531149"/>
            <a:ext cx="4791186" cy="377186"/>
            <a:chOff x="542009" y="3617133"/>
            <a:chExt cx="4791186" cy="377186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7C41A1D0-7F05-26FC-A0DE-8D338257C46B}"/>
                </a:ext>
              </a:extLst>
            </p:cNvPr>
            <p:cNvSpPr/>
            <p:nvPr/>
          </p:nvSpPr>
          <p:spPr>
            <a:xfrm>
              <a:off x="542009" y="3628559"/>
              <a:ext cx="365760" cy="36576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0CB56037-ECF1-3658-C921-D07524ADAAB0}"/>
                </a:ext>
              </a:extLst>
            </p:cNvPr>
            <p:cNvSpPr/>
            <p:nvPr/>
          </p:nvSpPr>
          <p:spPr>
            <a:xfrm>
              <a:off x="1012458" y="3628311"/>
              <a:ext cx="365760" cy="36576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AF78E7B8-9AFC-F6C3-6849-D7733329B7A3}"/>
                </a:ext>
              </a:extLst>
            </p:cNvPr>
            <p:cNvSpPr/>
            <p:nvPr/>
          </p:nvSpPr>
          <p:spPr>
            <a:xfrm>
              <a:off x="1497491" y="3628309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126D1042-27ED-0D89-FE8E-ED239E16B12E}"/>
                </a:ext>
              </a:extLst>
            </p:cNvPr>
            <p:cNvSpPr/>
            <p:nvPr/>
          </p:nvSpPr>
          <p:spPr>
            <a:xfrm>
              <a:off x="1974568" y="3622535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3DCA1C58-0607-6082-1006-38C7B7179818}"/>
                </a:ext>
              </a:extLst>
            </p:cNvPr>
            <p:cNvSpPr/>
            <p:nvPr/>
          </p:nvSpPr>
          <p:spPr>
            <a:xfrm>
              <a:off x="2479411" y="3622169"/>
              <a:ext cx="365760" cy="36576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C487B0DA-1CC9-7444-945A-93C6E42531F8}"/>
                </a:ext>
              </a:extLst>
            </p:cNvPr>
            <p:cNvSpPr/>
            <p:nvPr/>
          </p:nvSpPr>
          <p:spPr>
            <a:xfrm>
              <a:off x="2984254" y="3622169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86F4160E-6713-E24B-F5F9-511CC0803396}"/>
                </a:ext>
              </a:extLst>
            </p:cNvPr>
            <p:cNvSpPr/>
            <p:nvPr/>
          </p:nvSpPr>
          <p:spPr>
            <a:xfrm>
              <a:off x="3461331" y="3621157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7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2C248151-2B67-6CF6-55C6-24913D6B13D4}"/>
                </a:ext>
              </a:extLst>
            </p:cNvPr>
            <p:cNvSpPr/>
            <p:nvPr/>
          </p:nvSpPr>
          <p:spPr>
            <a:xfrm>
              <a:off x="3915305" y="3625871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8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0349E890-33F7-CCF7-D321-F09BB576856E}"/>
                </a:ext>
              </a:extLst>
            </p:cNvPr>
            <p:cNvSpPr/>
            <p:nvPr/>
          </p:nvSpPr>
          <p:spPr>
            <a:xfrm>
              <a:off x="4433078" y="3617133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9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DA8B8EC0-A97C-84B8-6577-6BA7A3317DA9}"/>
                </a:ext>
              </a:extLst>
            </p:cNvPr>
            <p:cNvSpPr/>
            <p:nvPr/>
          </p:nvSpPr>
          <p:spPr>
            <a:xfrm>
              <a:off x="4967435" y="3617133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400" dirty="0">
                  <a:solidFill>
                    <a:schemeClr val="tx1"/>
                  </a:solidFill>
                </a:rPr>
                <a:t>10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FACA57D-AEC0-746E-2174-25466F9DCDE5}"/>
              </a:ext>
            </a:extLst>
          </p:cNvPr>
          <p:cNvGrpSpPr/>
          <p:nvPr/>
        </p:nvGrpSpPr>
        <p:grpSpPr>
          <a:xfrm>
            <a:off x="1935045" y="3988357"/>
            <a:ext cx="4791186" cy="377186"/>
            <a:chOff x="542009" y="3617133"/>
            <a:chExt cx="4791186" cy="377186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7A7020F2-A12A-B06C-B5C8-435B7FFCAEB5}"/>
                </a:ext>
              </a:extLst>
            </p:cNvPr>
            <p:cNvSpPr/>
            <p:nvPr/>
          </p:nvSpPr>
          <p:spPr>
            <a:xfrm>
              <a:off x="542009" y="3628559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286E50D9-61F6-CE1C-E33B-557E4FE02B88}"/>
                </a:ext>
              </a:extLst>
            </p:cNvPr>
            <p:cNvSpPr/>
            <p:nvPr/>
          </p:nvSpPr>
          <p:spPr>
            <a:xfrm>
              <a:off x="1012458" y="3628311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1BA25693-EE68-9595-108B-ADD1BE610AA6}"/>
                </a:ext>
              </a:extLst>
            </p:cNvPr>
            <p:cNvSpPr/>
            <p:nvPr/>
          </p:nvSpPr>
          <p:spPr>
            <a:xfrm>
              <a:off x="1497491" y="3628309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0878247E-A031-A040-26AD-60AA691C92DA}"/>
                </a:ext>
              </a:extLst>
            </p:cNvPr>
            <p:cNvSpPr/>
            <p:nvPr/>
          </p:nvSpPr>
          <p:spPr>
            <a:xfrm>
              <a:off x="1974568" y="3622535"/>
              <a:ext cx="365760" cy="36576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FD873C41-7A2A-0560-2189-27D0BF63E5BC}"/>
                </a:ext>
              </a:extLst>
            </p:cNvPr>
            <p:cNvSpPr/>
            <p:nvPr/>
          </p:nvSpPr>
          <p:spPr>
            <a:xfrm>
              <a:off x="2479411" y="3622169"/>
              <a:ext cx="365760" cy="36576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85B58C1B-ADD1-2D1E-6798-6A29543476BF}"/>
                </a:ext>
              </a:extLst>
            </p:cNvPr>
            <p:cNvSpPr/>
            <p:nvPr/>
          </p:nvSpPr>
          <p:spPr>
            <a:xfrm>
              <a:off x="2984254" y="3622169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8DA450A9-DF66-FECB-41BB-E7AEB94502B0}"/>
                </a:ext>
              </a:extLst>
            </p:cNvPr>
            <p:cNvSpPr/>
            <p:nvPr/>
          </p:nvSpPr>
          <p:spPr>
            <a:xfrm>
              <a:off x="3461331" y="3621157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7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90530611-5D55-CB04-8744-EDBA59C527A2}"/>
                </a:ext>
              </a:extLst>
            </p:cNvPr>
            <p:cNvSpPr/>
            <p:nvPr/>
          </p:nvSpPr>
          <p:spPr>
            <a:xfrm>
              <a:off x="3915305" y="3625871"/>
              <a:ext cx="365760" cy="36576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8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93002002-FAB9-6FBB-BF78-0CF9D0DDF6BA}"/>
                </a:ext>
              </a:extLst>
            </p:cNvPr>
            <p:cNvSpPr/>
            <p:nvPr/>
          </p:nvSpPr>
          <p:spPr>
            <a:xfrm>
              <a:off x="4433078" y="3617133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9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0D2B6028-4289-9F51-DE4C-2A4259BE0960}"/>
                </a:ext>
              </a:extLst>
            </p:cNvPr>
            <p:cNvSpPr/>
            <p:nvPr/>
          </p:nvSpPr>
          <p:spPr>
            <a:xfrm>
              <a:off x="4967435" y="3617133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400" dirty="0">
                  <a:solidFill>
                    <a:schemeClr val="tx1"/>
                  </a:solidFill>
                </a:rPr>
                <a:t>10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80F7ED0-4321-07D8-F730-CEFD00F4D453}"/>
                  </a:ext>
                </a:extLst>
              </p:cNvPr>
              <p:cNvSpPr txBox="1"/>
              <p:nvPr/>
            </p:nvSpPr>
            <p:spPr>
              <a:xfrm>
                <a:off x="7068709" y="3151670"/>
                <a:ext cx="362618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1, 2, 3, 4, 5, 6, 7, 8, 9, 10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80F7ED0-4321-07D8-F730-CEFD00F4D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8709" y="3151670"/>
                <a:ext cx="3626185" cy="276999"/>
              </a:xfrm>
              <a:prstGeom prst="rect">
                <a:avLst/>
              </a:prstGeom>
              <a:blipFill>
                <a:blip r:embed="rId2"/>
                <a:stretch>
                  <a:fillRect l="-2357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A69B4263-350D-96E9-79A5-B8CEB9F16B56}"/>
              </a:ext>
            </a:extLst>
          </p:cNvPr>
          <p:cNvSpPr/>
          <p:nvPr/>
        </p:nvSpPr>
        <p:spPr>
          <a:xfrm>
            <a:off x="9121186" y="782612"/>
            <a:ext cx="2530503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ผลต่าง</a:t>
            </a:r>
            <a:endParaRPr lang="en-US" sz="2400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0AE79FE-630C-4FD8-A0D8-B590B6FB3B53}"/>
              </a:ext>
            </a:extLst>
          </p:cNvPr>
          <p:cNvSpPr txBox="1"/>
          <p:nvPr/>
        </p:nvSpPr>
        <p:spPr>
          <a:xfrm>
            <a:off x="206816" y="1620193"/>
            <a:ext cx="118166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บทนิยาม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เป็นเซต ผลต่างของเซต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กับ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คือเซตที่ประกอบด้วยสมาชิกของ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แต่ไม่เป็นสมาชิกของ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 </a:t>
            </a:r>
            <a:endParaRPr lang="th-TH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        ใช้สัญลักษณ์แทนด้วย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dirty="0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-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B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โดยที่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dirty="0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-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B = {x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|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x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16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∈</a:t>
            </a:r>
            <a:r>
              <a:rPr lang="th-TH" sz="16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แต่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x</a:t>
            </a: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 </a:t>
            </a:r>
            <a:r>
              <a:rPr lang="en-US" sz="16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∉</a:t>
            </a: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B}  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0780FA72-0833-2FC7-13CE-2DDBFF879756}"/>
                  </a:ext>
                </a:extLst>
              </p:cNvPr>
              <p:cNvSpPr txBox="1"/>
              <p:nvPr/>
            </p:nvSpPr>
            <p:spPr>
              <a:xfrm>
                <a:off x="6971872" y="3565379"/>
                <a:ext cx="205558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/>
                  <a:t>A 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1, 2, 5</m:t>
                        </m:r>
                      </m:e>
                    </m:d>
                    <m:r>
                      <a:rPr lang="th-TH" sz="18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th-TH" sz="1800" dirty="0"/>
              </a:p>
            </p:txBody>
          </p:sp>
        </mc:Choice>
        <mc:Fallback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0780FA72-0833-2FC7-13CE-2DDBFF879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872" y="3565379"/>
                <a:ext cx="2055587" cy="369332"/>
              </a:xfrm>
              <a:prstGeom prst="rect">
                <a:avLst/>
              </a:prstGeom>
              <a:blipFill>
                <a:blip r:embed="rId3"/>
                <a:stretch>
                  <a:fillRect l="-2671" t="-15000" b="-2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D418A2B-B3C4-2738-2BF7-9416B3BBFA8B}"/>
              </a:ext>
            </a:extLst>
          </p:cNvPr>
          <p:cNvGrpSpPr/>
          <p:nvPr/>
        </p:nvGrpSpPr>
        <p:grpSpPr>
          <a:xfrm>
            <a:off x="1926085" y="3073945"/>
            <a:ext cx="4791186" cy="377186"/>
            <a:chOff x="542009" y="3617133"/>
            <a:chExt cx="4791186" cy="37718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438D2DF7-4474-D098-3064-B3DE20CF4078}"/>
                </a:ext>
              </a:extLst>
            </p:cNvPr>
            <p:cNvSpPr/>
            <p:nvPr/>
          </p:nvSpPr>
          <p:spPr>
            <a:xfrm>
              <a:off x="542009" y="3628559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4" name="Rectangle: Rounded Corners 103">
              <a:extLst>
                <a:ext uri="{FF2B5EF4-FFF2-40B4-BE49-F238E27FC236}">
                  <a16:creationId xmlns:a16="http://schemas.microsoft.com/office/drawing/2014/main" id="{EA706ADF-BABA-0E35-8A5F-ED1E463EF32E}"/>
                </a:ext>
              </a:extLst>
            </p:cNvPr>
            <p:cNvSpPr/>
            <p:nvPr/>
          </p:nvSpPr>
          <p:spPr>
            <a:xfrm>
              <a:off x="1012458" y="3628311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5" name="Rectangle: Rounded Corners 104">
              <a:extLst>
                <a:ext uri="{FF2B5EF4-FFF2-40B4-BE49-F238E27FC236}">
                  <a16:creationId xmlns:a16="http://schemas.microsoft.com/office/drawing/2014/main" id="{E2D54C42-5C7F-54C3-5453-AD522DC3FAB9}"/>
                </a:ext>
              </a:extLst>
            </p:cNvPr>
            <p:cNvSpPr/>
            <p:nvPr/>
          </p:nvSpPr>
          <p:spPr>
            <a:xfrm>
              <a:off x="1497491" y="3628309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98E7D283-B4C6-CA43-AAAB-0D674DA236AB}"/>
                </a:ext>
              </a:extLst>
            </p:cNvPr>
            <p:cNvSpPr/>
            <p:nvPr/>
          </p:nvSpPr>
          <p:spPr>
            <a:xfrm>
              <a:off x="1974568" y="3622535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7" name="Rectangle: Rounded Corners 106">
              <a:extLst>
                <a:ext uri="{FF2B5EF4-FFF2-40B4-BE49-F238E27FC236}">
                  <a16:creationId xmlns:a16="http://schemas.microsoft.com/office/drawing/2014/main" id="{44BB9B12-A8C8-FD9B-50DC-A91DE8851AFF}"/>
                </a:ext>
              </a:extLst>
            </p:cNvPr>
            <p:cNvSpPr/>
            <p:nvPr/>
          </p:nvSpPr>
          <p:spPr>
            <a:xfrm>
              <a:off x="2479411" y="3622169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8" name="Rectangle: Rounded Corners 107">
              <a:extLst>
                <a:ext uri="{FF2B5EF4-FFF2-40B4-BE49-F238E27FC236}">
                  <a16:creationId xmlns:a16="http://schemas.microsoft.com/office/drawing/2014/main" id="{8CEB8098-F067-FA69-69D1-39A1A17C6C6D}"/>
                </a:ext>
              </a:extLst>
            </p:cNvPr>
            <p:cNvSpPr/>
            <p:nvPr/>
          </p:nvSpPr>
          <p:spPr>
            <a:xfrm>
              <a:off x="2984254" y="3622169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146D8EA8-417E-4210-F9C8-766579691151}"/>
                </a:ext>
              </a:extLst>
            </p:cNvPr>
            <p:cNvSpPr/>
            <p:nvPr/>
          </p:nvSpPr>
          <p:spPr>
            <a:xfrm>
              <a:off x="3461331" y="3621157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7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EF457E77-D74F-DDB2-8A08-B19FEDC855D9}"/>
                </a:ext>
              </a:extLst>
            </p:cNvPr>
            <p:cNvSpPr/>
            <p:nvPr/>
          </p:nvSpPr>
          <p:spPr>
            <a:xfrm>
              <a:off x="3915305" y="3625871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8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1" name="Rectangle: Rounded Corners 110">
              <a:extLst>
                <a:ext uri="{FF2B5EF4-FFF2-40B4-BE49-F238E27FC236}">
                  <a16:creationId xmlns:a16="http://schemas.microsoft.com/office/drawing/2014/main" id="{D2F842EA-E257-7D36-B771-F5BEFA7046E3}"/>
                </a:ext>
              </a:extLst>
            </p:cNvPr>
            <p:cNvSpPr/>
            <p:nvPr/>
          </p:nvSpPr>
          <p:spPr>
            <a:xfrm>
              <a:off x="4433078" y="3617133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9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2" name="Rectangle: Rounded Corners 111">
              <a:extLst>
                <a:ext uri="{FF2B5EF4-FFF2-40B4-BE49-F238E27FC236}">
                  <a16:creationId xmlns:a16="http://schemas.microsoft.com/office/drawing/2014/main" id="{08AECA62-E510-7027-F5BB-0DE722FFA928}"/>
                </a:ext>
              </a:extLst>
            </p:cNvPr>
            <p:cNvSpPr/>
            <p:nvPr/>
          </p:nvSpPr>
          <p:spPr>
            <a:xfrm>
              <a:off x="4967435" y="3617133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400" dirty="0">
                  <a:solidFill>
                    <a:schemeClr val="tx1"/>
                  </a:solidFill>
                </a:rPr>
                <a:t>10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4DEF8BD5-A46C-89F0-1AE8-695CDF7AFC15}"/>
              </a:ext>
            </a:extLst>
          </p:cNvPr>
          <p:cNvSpPr txBox="1"/>
          <p:nvPr/>
        </p:nvSpPr>
        <p:spPr>
          <a:xfrm>
            <a:off x="135397" y="3518231"/>
            <a:ext cx="16737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สมาชิกของเซต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: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9BE3588B-B522-903D-7CAB-97629749F2E1}"/>
              </a:ext>
            </a:extLst>
          </p:cNvPr>
          <p:cNvSpPr txBox="1"/>
          <p:nvPr/>
        </p:nvSpPr>
        <p:spPr>
          <a:xfrm>
            <a:off x="139306" y="3979896"/>
            <a:ext cx="19401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สมาชิกของเซต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B 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C733EEF8-5922-5CE7-A57D-AEA34071420A}"/>
                  </a:ext>
                </a:extLst>
              </p:cNvPr>
              <p:cNvSpPr txBox="1"/>
              <p:nvPr/>
            </p:nvSpPr>
            <p:spPr>
              <a:xfrm>
                <a:off x="6971872" y="3995309"/>
                <a:ext cx="18583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/>
                  <a:t>B  </a:t>
                </a:r>
                <a14:m>
                  <m:oMath xmlns:m="http://schemas.openxmlformats.org/officeDocument/2006/math">
                    <m:r>
                      <a:rPr lang="en-US" sz="18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{4, 5, 8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1800" dirty="0"/>
              </a:p>
            </p:txBody>
          </p:sp>
        </mc:Choice>
        <mc:Fallback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C733EEF8-5922-5CE7-A57D-AEA340714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872" y="3995309"/>
                <a:ext cx="1858360" cy="369332"/>
              </a:xfrm>
              <a:prstGeom prst="rect">
                <a:avLst/>
              </a:prstGeom>
              <a:blipFill>
                <a:blip r:embed="rId4"/>
                <a:stretch>
                  <a:fillRect l="-2951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47CD1CA4-7B77-8C2E-88CC-FCF8B8376856}"/>
              </a:ext>
            </a:extLst>
          </p:cNvPr>
          <p:cNvSpPr/>
          <p:nvPr/>
        </p:nvSpPr>
        <p:spPr>
          <a:xfrm>
            <a:off x="299025" y="4879872"/>
            <a:ext cx="265751" cy="26575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7A732B9-785E-2271-7281-2E9D465A3AB7}"/>
              </a:ext>
            </a:extLst>
          </p:cNvPr>
          <p:cNvSpPr txBox="1"/>
          <p:nvPr/>
        </p:nvSpPr>
        <p:spPr>
          <a:xfrm>
            <a:off x="680885" y="4798707"/>
            <a:ext cx="9148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dirty="0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-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B </a:t>
            </a:r>
            <a:endParaRPr lang="en-US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DA76741D-7F99-C272-DF43-AFC2635D05F6}"/>
              </a:ext>
            </a:extLst>
          </p:cNvPr>
          <p:cNvSpPr txBox="1"/>
          <p:nvPr/>
        </p:nvSpPr>
        <p:spPr>
          <a:xfrm>
            <a:off x="206816" y="5669961"/>
            <a:ext cx="42230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dirty="0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-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B = {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, 2}  </a:t>
            </a:r>
            <a:endParaRPr lang="en-US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2DA538F-CD63-83A8-FFE0-0AF8F6035F63}"/>
              </a:ext>
            </a:extLst>
          </p:cNvPr>
          <p:cNvSpPr txBox="1"/>
          <p:nvPr/>
        </p:nvSpPr>
        <p:spPr>
          <a:xfrm>
            <a:off x="135397" y="2630072"/>
            <a:ext cx="61049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เลือกสมาชิกของเซต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เซต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แล้วเลือกการดำเนินการ</a:t>
            </a:r>
          </a:p>
        </p:txBody>
      </p:sp>
      <p:pic>
        <p:nvPicPr>
          <p:cNvPr id="128" name="Graphic 127" descr="Checkmark">
            <a:extLst>
              <a:ext uri="{FF2B5EF4-FFF2-40B4-BE49-F238E27FC236}">
                <a16:creationId xmlns:a16="http://schemas.microsoft.com/office/drawing/2014/main" id="{B4246714-3F9E-FDF7-BB3B-A723A1C137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9024" y="4885326"/>
            <a:ext cx="265751" cy="265751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E61551E-0435-FB0D-3C86-ACA1CD3DB905}"/>
              </a:ext>
            </a:extLst>
          </p:cNvPr>
          <p:cNvSpPr/>
          <p:nvPr/>
        </p:nvSpPr>
        <p:spPr>
          <a:xfrm>
            <a:off x="1470875" y="4879870"/>
            <a:ext cx="265751" cy="26575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11E5DB-95F1-D7B3-EDB7-75F87644498F}"/>
              </a:ext>
            </a:extLst>
          </p:cNvPr>
          <p:cNvSpPr txBox="1"/>
          <p:nvPr/>
        </p:nvSpPr>
        <p:spPr>
          <a:xfrm>
            <a:off x="1795917" y="4798707"/>
            <a:ext cx="9148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 </a:t>
            </a:r>
            <a:r>
              <a:rPr lang="th-TH" sz="2400" dirty="0"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-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A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821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60754-B325-9A20-524D-437080A09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6B7457-9F71-E2D0-A58A-33457C9B2388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150FCC4-26C2-AD73-8185-E2FD34D5B46D}"/>
              </a:ext>
            </a:extLst>
          </p:cNvPr>
          <p:cNvGrpSpPr/>
          <p:nvPr/>
        </p:nvGrpSpPr>
        <p:grpSpPr>
          <a:xfrm>
            <a:off x="1701200" y="782613"/>
            <a:ext cx="1724110" cy="461665"/>
            <a:chOff x="96739" y="1202460"/>
            <a:chExt cx="1724110" cy="461665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6B949A5-FED7-1F04-A572-F25DAAF41C35}"/>
                </a:ext>
              </a:extLst>
            </p:cNvPr>
            <p:cNvSpPr/>
            <p:nvPr/>
          </p:nvSpPr>
          <p:spPr>
            <a:xfrm>
              <a:off x="96740" y="1202460"/>
              <a:ext cx="1724109" cy="46166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8BA435C6-0833-3ABE-A7DC-12617AED9C87}"/>
                </a:ext>
              </a:extLst>
            </p:cNvPr>
            <p:cNvSpPr/>
            <p:nvPr/>
          </p:nvSpPr>
          <p:spPr>
            <a:xfrm>
              <a:off x="96739" y="1202460"/>
              <a:ext cx="873319" cy="461665"/>
            </a:xfrm>
            <a:prstGeom prst="roundRect">
              <a:avLst/>
            </a:prstGeom>
            <a:solidFill>
              <a:srgbClr val="4E95D9">
                <a:alpha val="50196"/>
              </a:srgb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E12DA4F-DF2D-D478-59C2-8FB8BD9790E3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การดำเนินการของเซต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D1B9D1-823F-BEF1-E297-730A1CA724FE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3AFE8EE-55D2-039C-B11A-991A16CA8CEA}"/>
              </a:ext>
            </a:extLst>
          </p:cNvPr>
          <p:cNvSpPr txBox="1"/>
          <p:nvPr/>
        </p:nvSpPr>
        <p:spPr>
          <a:xfrm>
            <a:off x="102700" y="829677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จำนวนเซต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9A9C40-F3B0-40BE-DBEA-A03C5F5B8A91}"/>
              </a:ext>
            </a:extLst>
          </p:cNvPr>
          <p:cNvSpPr txBox="1"/>
          <p:nvPr/>
        </p:nvSpPr>
        <p:spPr>
          <a:xfrm>
            <a:off x="1760058" y="802475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2 เซต      3เซต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D032FC3-81C1-3028-2690-AC2A56D3F0CD}"/>
              </a:ext>
            </a:extLst>
          </p:cNvPr>
          <p:cNvGrpSpPr/>
          <p:nvPr/>
        </p:nvGrpSpPr>
        <p:grpSpPr>
          <a:xfrm>
            <a:off x="5649168" y="785709"/>
            <a:ext cx="1724110" cy="461665"/>
            <a:chOff x="96739" y="1202460"/>
            <a:chExt cx="1724110" cy="461665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19A6F17A-3CA3-639D-579A-261233529BD5}"/>
                </a:ext>
              </a:extLst>
            </p:cNvPr>
            <p:cNvSpPr/>
            <p:nvPr/>
          </p:nvSpPr>
          <p:spPr>
            <a:xfrm>
              <a:off x="96740" y="1202460"/>
              <a:ext cx="1724109" cy="46166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7EFB1107-2FBC-4865-9CAF-95865B7F61EE}"/>
                </a:ext>
              </a:extLst>
            </p:cNvPr>
            <p:cNvSpPr/>
            <p:nvPr/>
          </p:nvSpPr>
          <p:spPr>
            <a:xfrm>
              <a:off x="96739" y="1202460"/>
              <a:ext cx="873319" cy="461665"/>
            </a:xfrm>
            <a:prstGeom prst="roundRect">
              <a:avLst/>
            </a:prstGeom>
            <a:solidFill>
              <a:srgbClr val="4E95D9">
                <a:alpha val="50196"/>
              </a:srgb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E9856E3-CEBE-E003-E8C4-6ABAAC7B1FF2}"/>
              </a:ext>
            </a:extLst>
          </p:cNvPr>
          <p:cNvSpPr txBox="1"/>
          <p:nvPr/>
        </p:nvSpPr>
        <p:spPr>
          <a:xfrm>
            <a:off x="5660433" y="805445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ตัวเลข    ตัวอักษร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B22BA2-0DFE-CA9B-7812-F488BE8F6C73}"/>
              </a:ext>
            </a:extLst>
          </p:cNvPr>
          <p:cNvSpPr txBox="1"/>
          <p:nvPr/>
        </p:nvSpPr>
        <p:spPr>
          <a:xfrm>
            <a:off x="3709283" y="831913"/>
            <a:ext cx="1844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รูปแบบของสมาชิก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D246EFB1-BA0D-6F73-B6D8-E180B268B96A}"/>
              </a:ext>
            </a:extLst>
          </p:cNvPr>
          <p:cNvSpPr/>
          <p:nvPr/>
        </p:nvSpPr>
        <p:spPr>
          <a:xfrm>
            <a:off x="168494" y="5476352"/>
            <a:ext cx="11887907" cy="1131180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A U B</a:t>
            </a:r>
            <a:endParaRPr lang="en-US"/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14B89632-1CE1-1821-555E-DF4BAF02EDEF}"/>
              </a:ext>
            </a:extLst>
          </p:cNvPr>
          <p:cNvSpPr/>
          <p:nvPr/>
        </p:nvSpPr>
        <p:spPr>
          <a:xfrm>
            <a:off x="168494" y="1550958"/>
            <a:ext cx="11855009" cy="1009914"/>
          </a:xfrm>
          <a:prstGeom prst="roundRect">
            <a:avLst>
              <a:gd name="adj" fmla="val 3501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3C3F1B-E457-E741-7A82-5F4E4941A21F}"/>
              </a:ext>
            </a:extLst>
          </p:cNvPr>
          <p:cNvSpPr txBox="1"/>
          <p:nvPr/>
        </p:nvSpPr>
        <p:spPr>
          <a:xfrm>
            <a:off x="7259036" y="818473"/>
            <a:ext cx="1844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ตัวดำเนินการ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7AA2EE-85EE-123C-52F1-69195079F704}"/>
              </a:ext>
            </a:extLst>
          </p:cNvPr>
          <p:cNvSpPr txBox="1"/>
          <p:nvPr/>
        </p:nvSpPr>
        <p:spPr>
          <a:xfrm>
            <a:off x="117369" y="3084592"/>
            <a:ext cx="1940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เอกภพสัมพัทธ์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U :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EE74B26-0537-9DC2-49CC-54E602482DF1}"/>
              </a:ext>
            </a:extLst>
          </p:cNvPr>
          <p:cNvGrpSpPr/>
          <p:nvPr/>
        </p:nvGrpSpPr>
        <p:grpSpPr>
          <a:xfrm>
            <a:off x="1935048" y="3531149"/>
            <a:ext cx="4791186" cy="377186"/>
            <a:chOff x="542009" y="3617133"/>
            <a:chExt cx="4791186" cy="377186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3A41EE22-28CF-3F98-0773-777A371BB9CE}"/>
                </a:ext>
              </a:extLst>
            </p:cNvPr>
            <p:cNvSpPr/>
            <p:nvPr/>
          </p:nvSpPr>
          <p:spPr>
            <a:xfrm>
              <a:off x="542009" y="3628559"/>
              <a:ext cx="365760" cy="36576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3E45527F-5778-A1BB-7843-60D1CE12D957}"/>
                </a:ext>
              </a:extLst>
            </p:cNvPr>
            <p:cNvSpPr/>
            <p:nvPr/>
          </p:nvSpPr>
          <p:spPr>
            <a:xfrm>
              <a:off x="1012458" y="3628311"/>
              <a:ext cx="365760" cy="36576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391F9F92-8182-8075-60BB-44D72A5DE10B}"/>
                </a:ext>
              </a:extLst>
            </p:cNvPr>
            <p:cNvSpPr/>
            <p:nvPr/>
          </p:nvSpPr>
          <p:spPr>
            <a:xfrm>
              <a:off x="1497491" y="3628309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E9E5C2F9-3DF5-5C62-B7DD-F02799A2DA01}"/>
                </a:ext>
              </a:extLst>
            </p:cNvPr>
            <p:cNvSpPr/>
            <p:nvPr/>
          </p:nvSpPr>
          <p:spPr>
            <a:xfrm>
              <a:off x="1974568" y="3622535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EFFF9753-E227-B408-52C6-93A913D6AFD8}"/>
                </a:ext>
              </a:extLst>
            </p:cNvPr>
            <p:cNvSpPr/>
            <p:nvPr/>
          </p:nvSpPr>
          <p:spPr>
            <a:xfrm>
              <a:off x="2479411" y="3622169"/>
              <a:ext cx="365760" cy="36576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93EF41B2-ADAD-FA4A-9AD7-4E56255AD110}"/>
                </a:ext>
              </a:extLst>
            </p:cNvPr>
            <p:cNvSpPr/>
            <p:nvPr/>
          </p:nvSpPr>
          <p:spPr>
            <a:xfrm>
              <a:off x="2984254" y="3622169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4F22B502-1CAD-4934-748D-71183FC47D16}"/>
                </a:ext>
              </a:extLst>
            </p:cNvPr>
            <p:cNvSpPr/>
            <p:nvPr/>
          </p:nvSpPr>
          <p:spPr>
            <a:xfrm>
              <a:off x="3461331" y="3621157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7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694F207D-63BE-BDAB-73EF-71FC161F607E}"/>
                </a:ext>
              </a:extLst>
            </p:cNvPr>
            <p:cNvSpPr/>
            <p:nvPr/>
          </p:nvSpPr>
          <p:spPr>
            <a:xfrm>
              <a:off x="3915305" y="3625871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8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4E5F4FC2-4309-48F6-09B9-FED45B717CE1}"/>
                </a:ext>
              </a:extLst>
            </p:cNvPr>
            <p:cNvSpPr/>
            <p:nvPr/>
          </p:nvSpPr>
          <p:spPr>
            <a:xfrm>
              <a:off x="4433078" y="3617133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9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51E664F6-9FA8-242D-067C-A5DD6C8EBBAE}"/>
                </a:ext>
              </a:extLst>
            </p:cNvPr>
            <p:cNvSpPr/>
            <p:nvPr/>
          </p:nvSpPr>
          <p:spPr>
            <a:xfrm>
              <a:off x="4967435" y="3617133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400" dirty="0">
                  <a:solidFill>
                    <a:schemeClr val="tx1"/>
                  </a:solidFill>
                </a:rPr>
                <a:t>10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5776A5C-1A73-74C4-B1C0-F33EF66A8D63}"/>
              </a:ext>
            </a:extLst>
          </p:cNvPr>
          <p:cNvGrpSpPr/>
          <p:nvPr/>
        </p:nvGrpSpPr>
        <p:grpSpPr>
          <a:xfrm>
            <a:off x="1935045" y="3988357"/>
            <a:ext cx="4791186" cy="377186"/>
            <a:chOff x="542009" y="3617133"/>
            <a:chExt cx="4791186" cy="377186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0A5A0F9C-47EB-E768-9602-93539EBE65C8}"/>
                </a:ext>
              </a:extLst>
            </p:cNvPr>
            <p:cNvSpPr/>
            <p:nvPr/>
          </p:nvSpPr>
          <p:spPr>
            <a:xfrm>
              <a:off x="542009" y="3628559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AAE19E3A-E21F-4180-205B-19EDBCF354C8}"/>
                </a:ext>
              </a:extLst>
            </p:cNvPr>
            <p:cNvSpPr/>
            <p:nvPr/>
          </p:nvSpPr>
          <p:spPr>
            <a:xfrm>
              <a:off x="1012458" y="3628311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2D7D33DE-40C5-7815-0003-0C8892888B37}"/>
                </a:ext>
              </a:extLst>
            </p:cNvPr>
            <p:cNvSpPr/>
            <p:nvPr/>
          </p:nvSpPr>
          <p:spPr>
            <a:xfrm>
              <a:off x="1497491" y="3628309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36CCC1B6-1BB0-95D7-5EA1-9DD3271F55DE}"/>
                </a:ext>
              </a:extLst>
            </p:cNvPr>
            <p:cNvSpPr/>
            <p:nvPr/>
          </p:nvSpPr>
          <p:spPr>
            <a:xfrm>
              <a:off x="1974568" y="3622535"/>
              <a:ext cx="365760" cy="36576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2A05A5BE-69EA-6CC7-2AB1-7D0A58DA24D7}"/>
                </a:ext>
              </a:extLst>
            </p:cNvPr>
            <p:cNvSpPr/>
            <p:nvPr/>
          </p:nvSpPr>
          <p:spPr>
            <a:xfrm>
              <a:off x="2479411" y="3622169"/>
              <a:ext cx="365760" cy="36576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8AC27382-53A2-7A99-45B0-B9908779A718}"/>
                </a:ext>
              </a:extLst>
            </p:cNvPr>
            <p:cNvSpPr/>
            <p:nvPr/>
          </p:nvSpPr>
          <p:spPr>
            <a:xfrm>
              <a:off x="2984254" y="3622169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2FD96214-1B11-5E85-F18E-9C3F005E7ED7}"/>
                </a:ext>
              </a:extLst>
            </p:cNvPr>
            <p:cNvSpPr/>
            <p:nvPr/>
          </p:nvSpPr>
          <p:spPr>
            <a:xfrm>
              <a:off x="3461331" y="3621157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7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7288DD6C-1895-7BF5-13E7-67E21D64583A}"/>
                </a:ext>
              </a:extLst>
            </p:cNvPr>
            <p:cNvSpPr/>
            <p:nvPr/>
          </p:nvSpPr>
          <p:spPr>
            <a:xfrm>
              <a:off x="3915305" y="3625871"/>
              <a:ext cx="365760" cy="36576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8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88FAA59F-4019-9666-EC6F-772F2C9FD6DB}"/>
                </a:ext>
              </a:extLst>
            </p:cNvPr>
            <p:cNvSpPr/>
            <p:nvPr/>
          </p:nvSpPr>
          <p:spPr>
            <a:xfrm>
              <a:off x="4433078" y="3617133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9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EFA3F745-B2B2-209A-73BE-5C86B316B4C4}"/>
                </a:ext>
              </a:extLst>
            </p:cNvPr>
            <p:cNvSpPr/>
            <p:nvPr/>
          </p:nvSpPr>
          <p:spPr>
            <a:xfrm>
              <a:off x="4967435" y="3617133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400" dirty="0">
                  <a:solidFill>
                    <a:schemeClr val="tx1"/>
                  </a:solidFill>
                </a:rPr>
                <a:t>10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D5C60AE-D683-AE95-C25A-4C5F8FE5319D}"/>
                  </a:ext>
                </a:extLst>
              </p:cNvPr>
              <p:cNvSpPr txBox="1"/>
              <p:nvPr/>
            </p:nvSpPr>
            <p:spPr>
              <a:xfrm>
                <a:off x="7068709" y="3151670"/>
                <a:ext cx="362618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1, 2, 3, 4, 5, 6, 7, 8, 9, 10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D5C60AE-D683-AE95-C25A-4C5F8FE53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8709" y="3151670"/>
                <a:ext cx="3626185" cy="276999"/>
              </a:xfrm>
              <a:prstGeom prst="rect">
                <a:avLst/>
              </a:prstGeom>
              <a:blipFill>
                <a:blip r:embed="rId2"/>
                <a:stretch>
                  <a:fillRect l="-2357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192D365F-3B2E-E0AF-A9A9-51FCAA047701}"/>
              </a:ext>
            </a:extLst>
          </p:cNvPr>
          <p:cNvSpPr/>
          <p:nvPr/>
        </p:nvSpPr>
        <p:spPr>
          <a:xfrm>
            <a:off x="9121186" y="782612"/>
            <a:ext cx="2530503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คอมพลีเมนต์</a:t>
            </a:r>
            <a:endParaRPr lang="en-US" sz="2400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640F6F5-436D-870F-E17E-CC57DEAAB94E}"/>
              </a:ext>
            </a:extLst>
          </p:cNvPr>
          <p:cNvSpPr txBox="1"/>
          <p:nvPr/>
        </p:nvSpPr>
        <p:spPr>
          <a:xfrm>
            <a:off x="206816" y="1620193"/>
            <a:ext cx="118166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บทนิยาม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เป็นเซต คอมพลีเมนต์ของเซต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คือเซตที่ประกอบด้วยสมาชิกที่ไม่เป็นสมาชิกของ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</a:t>
            </a:r>
            <a:endParaRPr lang="th-TH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        ใช้สัญลักษณ์แทนด้วย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A’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โดยที่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A’ = {x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|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x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16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∉</a:t>
            </a:r>
            <a:r>
              <a:rPr lang="th-TH" sz="16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A}  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5FE3630E-F632-E1F5-AA96-9A727FDEA086}"/>
                  </a:ext>
                </a:extLst>
              </p:cNvPr>
              <p:cNvSpPr txBox="1"/>
              <p:nvPr/>
            </p:nvSpPr>
            <p:spPr>
              <a:xfrm>
                <a:off x="6971872" y="3565379"/>
                <a:ext cx="205558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/>
                  <a:t>A 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1, 2, 5</m:t>
                        </m:r>
                      </m:e>
                    </m:d>
                    <m:r>
                      <a:rPr lang="th-TH" sz="18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th-TH" sz="1800" dirty="0"/>
              </a:p>
            </p:txBody>
          </p:sp>
        </mc:Choice>
        <mc:Fallback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5FE3630E-F632-E1F5-AA96-9A727FDEA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872" y="3565379"/>
                <a:ext cx="2055587" cy="369332"/>
              </a:xfrm>
              <a:prstGeom prst="rect">
                <a:avLst/>
              </a:prstGeom>
              <a:blipFill>
                <a:blip r:embed="rId3"/>
                <a:stretch>
                  <a:fillRect l="-2671" t="-15000" b="-2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8B7100B-C000-8B97-17D7-A2E57C735CE9}"/>
              </a:ext>
            </a:extLst>
          </p:cNvPr>
          <p:cNvGrpSpPr/>
          <p:nvPr/>
        </p:nvGrpSpPr>
        <p:grpSpPr>
          <a:xfrm>
            <a:off x="1926085" y="3073945"/>
            <a:ext cx="4791186" cy="377186"/>
            <a:chOff x="542009" y="3617133"/>
            <a:chExt cx="4791186" cy="37718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12D8000A-7379-DF46-8867-2EC88826B832}"/>
                </a:ext>
              </a:extLst>
            </p:cNvPr>
            <p:cNvSpPr/>
            <p:nvPr/>
          </p:nvSpPr>
          <p:spPr>
            <a:xfrm>
              <a:off x="542009" y="3628559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4" name="Rectangle: Rounded Corners 103">
              <a:extLst>
                <a:ext uri="{FF2B5EF4-FFF2-40B4-BE49-F238E27FC236}">
                  <a16:creationId xmlns:a16="http://schemas.microsoft.com/office/drawing/2014/main" id="{6645104C-FCD7-53C5-134B-2A7C4D8EBBCA}"/>
                </a:ext>
              </a:extLst>
            </p:cNvPr>
            <p:cNvSpPr/>
            <p:nvPr/>
          </p:nvSpPr>
          <p:spPr>
            <a:xfrm>
              <a:off x="1012458" y="3628311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5" name="Rectangle: Rounded Corners 104">
              <a:extLst>
                <a:ext uri="{FF2B5EF4-FFF2-40B4-BE49-F238E27FC236}">
                  <a16:creationId xmlns:a16="http://schemas.microsoft.com/office/drawing/2014/main" id="{1CA84486-8F84-0530-025A-2D08CF42B5AF}"/>
                </a:ext>
              </a:extLst>
            </p:cNvPr>
            <p:cNvSpPr/>
            <p:nvPr/>
          </p:nvSpPr>
          <p:spPr>
            <a:xfrm>
              <a:off x="1497491" y="3628309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1B55CD46-D98C-C0BF-9C28-58A5A1ABE98C}"/>
                </a:ext>
              </a:extLst>
            </p:cNvPr>
            <p:cNvSpPr/>
            <p:nvPr/>
          </p:nvSpPr>
          <p:spPr>
            <a:xfrm>
              <a:off x="1974568" y="3622535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7" name="Rectangle: Rounded Corners 106">
              <a:extLst>
                <a:ext uri="{FF2B5EF4-FFF2-40B4-BE49-F238E27FC236}">
                  <a16:creationId xmlns:a16="http://schemas.microsoft.com/office/drawing/2014/main" id="{FE2B29C8-89D5-E32E-056D-7CCC1ACE6043}"/>
                </a:ext>
              </a:extLst>
            </p:cNvPr>
            <p:cNvSpPr/>
            <p:nvPr/>
          </p:nvSpPr>
          <p:spPr>
            <a:xfrm>
              <a:off x="2479411" y="3622169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8" name="Rectangle: Rounded Corners 107">
              <a:extLst>
                <a:ext uri="{FF2B5EF4-FFF2-40B4-BE49-F238E27FC236}">
                  <a16:creationId xmlns:a16="http://schemas.microsoft.com/office/drawing/2014/main" id="{23B283FF-8024-898B-1193-4191A3D21DFC}"/>
                </a:ext>
              </a:extLst>
            </p:cNvPr>
            <p:cNvSpPr/>
            <p:nvPr/>
          </p:nvSpPr>
          <p:spPr>
            <a:xfrm>
              <a:off x="2984254" y="3622169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9BDA930B-810A-224A-05FA-C6BBBA58A414}"/>
                </a:ext>
              </a:extLst>
            </p:cNvPr>
            <p:cNvSpPr/>
            <p:nvPr/>
          </p:nvSpPr>
          <p:spPr>
            <a:xfrm>
              <a:off x="3461331" y="3621157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7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798C60BC-8CBB-BB51-C7D4-8AA2C197DB20}"/>
                </a:ext>
              </a:extLst>
            </p:cNvPr>
            <p:cNvSpPr/>
            <p:nvPr/>
          </p:nvSpPr>
          <p:spPr>
            <a:xfrm>
              <a:off x="3915305" y="3625871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8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1" name="Rectangle: Rounded Corners 110">
              <a:extLst>
                <a:ext uri="{FF2B5EF4-FFF2-40B4-BE49-F238E27FC236}">
                  <a16:creationId xmlns:a16="http://schemas.microsoft.com/office/drawing/2014/main" id="{6B4226C6-AFD9-60A2-ECBA-401EE1D52FEA}"/>
                </a:ext>
              </a:extLst>
            </p:cNvPr>
            <p:cNvSpPr/>
            <p:nvPr/>
          </p:nvSpPr>
          <p:spPr>
            <a:xfrm>
              <a:off x="4433078" y="3617133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9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2" name="Rectangle: Rounded Corners 111">
              <a:extLst>
                <a:ext uri="{FF2B5EF4-FFF2-40B4-BE49-F238E27FC236}">
                  <a16:creationId xmlns:a16="http://schemas.microsoft.com/office/drawing/2014/main" id="{0B46F267-36F0-EDF9-E5CC-46B31DDFF8BC}"/>
                </a:ext>
              </a:extLst>
            </p:cNvPr>
            <p:cNvSpPr/>
            <p:nvPr/>
          </p:nvSpPr>
          <p:spPr>
            <a:xfrm>
              <a:off x="4967435" y="3617133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400" dirty="0">
                  <a:solidFill>
                    <a:schemeClr val="tx1"/>
                  </a:solidFill>
                </a:rPr>
                <a:t>10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D7003277-28F1-C4B7-213B-C0C75539AC4D}"/>
              </a:ext>
            </a:extLst>
          </p:cNvPr>
          <p:cNvSpPr txBox="1"/>
          <p:nvPr/>
        </p:nvSpPr>
        <p:spPr>
          <a:xfrm>
            <a:off x="135397" y="3518231"/>
            <a:ext cx="16737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สมาชิกของเซต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: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ADF287E-3174-A983-CE29-1586B8BD0F97}"/>
              </a:ext>
            </a:extLst>
          </p:cNvPr>
          <p:cNvSpPr txBox="1"/>
          <p:nvPr/>
        </p:nvSpPr>
        <p:spPr>
          <a:xfrm>
            <a:off x="139306" y="3979896"/>
            <a:ext cx="19401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สมาชิกของเซต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B 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679CD316-A2E8-40B2-DFE1-788051693112}"/>
                  </a:ext>
                </a:extLst>
              </p:cNvPr>
              <p:cNvSpPr txBox="1"/>
              <p:nvPr/>
            </p:nvSpPr>
            <p:spPr>
              <a:xfrm>
                <a:off x="6971872" y="3995309"/>
                <a:ext cx="18583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/>
                  <a:t>B  </a:t>
                </a:r>
                <a14:m>
                  <m:oMath xmlns:m="http://schemas.openxmlformats.org/officeDocument/2006/math">
                    <m:r>
                      <a:rPr lang="en-US" sz="18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{4, 5, 8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1800" dirty="0"/>
              </a:p>
            </p:txBody>
          </p:sp>
        </mc:Choice>
        <mc:Fallback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679CD316-A2E8-40B2-DFE1-788051693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872" y="3995309"/>
                <a:ext cx="1858360" cy="369332"/>
              </a:xfrm>
              <a:prstGeom prst="rect">
                <a:avLst/>
              </a:prstGeom>
              <a:blipFill>
                <a:blip r:embed="rId4"/>
                <a:stretch>
                  <a:fillRect l="-2951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1E8E12FC-1D92-0DDC-2940-6E5403AEADAB}"/>
              </a:ext>
            </a:extLst>
          </p:cNvPr>
          <p:cNvSpPr/>
          <p:nvPr/>
        </p:nvSpPr>
        <p:spPr>
          <a:xfrm>
            <a:off x="299025" y="4879872"/>
            <a:ext cx="265751" cy="26575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E450618-3527-27BD-7136-71DE41CFAB63}"/>
              </a:ext>
            </a:extLst>
          </p:cNvPr>
          <p:cNvSpPr txBox="1"/>
          <p:nvPr/>
        </p:nvSpPr>
        <p:spPr>
          <a:xfrm>
            <a:off x="680885" y="4798707"/>
            <a:ext cx="9148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A’ </a:t>
            </a:r>
            <a:endParaRPr lang="en-US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81672A3D-83CE-A429-632D-C1ECA4135277}"/>
              </a:ext>
            </a:extLst>
          </p:cNvPr>
          <p:cNvSpPr txBox="1"/>
          <p:nvPr/>
        </p:nvSpPr>
        <p:spPr>
          <a:xfrm>
            <a:off x="206816" y="5669961"/>
            <a:ext cx="42230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A’ = {3, 4, 6, 7, 8, 9, 10}  </a:t>
            </a:r>
            <a:endParaRPr lang="en-US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ACEC6AA-29F1-61EE-3910-777AFB170E5C}"/>
              </a:ext>
            </a:extLst>
          </p:cNvPr>
          <p:cNvSpPr txBox="1"/>
          <p:nvPr/>
        </p:nvSpPr>
        <p:spPr>
          <a:xfrm>
            <a:off x="135397" y="2630072"/>
            <a:ext cx="61049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เลือกสมาชิกของเซต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เซต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แล้วเลือกการดำเนินการ</a:t>
            </a:r>
          </a:p>
        </p:txBody>
      </p:sp>
      <p:pic>
        <p:nvPicPr>
          <p:cNvPr id="128" name="Graphic 127" descr="Checkmark">
            <a:extLst>
              <a:ext uri="{FF2B5EF4-FFF2-40B4-BE49-F238E27FC236}">
                <a16:creationId xmlns:a16="http://schemas.microsoft.com/office/drawing/2014/main" id="{5EBA1AA7-C6DC-1D04-7B02-B6F060DDD7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9024" y="4885326"/>
            <a:ext cx="265751" cy="265751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3EF9034-58DE-EF44-81C4-6F75A35099E9}"/>
              </a:ext>
            </a:extLst>
          </p:cNvPr>
          <p:cNvSpPr/>
          <p:nvPr/>
        </p:nvSpPr>
        <p:spPr>
          <a:xfrm>
            <a:off x="1470875" y="4879870"/>
            <a:ext cx="265751" cy="26575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264FA9-BBB7-436D-C042-DDE20E37934D}"/>
              </a:ext>
            </a:extLst>
          </p:cNvPr>
          <p:cNvSpPr txBox="1"/>
          <p:nvPr/>
        </p:nvSpPr>
        <p:spPr>
          <a:xfrm>
            <a:off x="1795917" y="4798707"/>
            <a:ext cx="9148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B’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647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F80E1-E1AB-CDB9-DC7F-0DDFCCFEB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AADA987-88C3-53BF-FEBE-94AAECF04AF5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58ED3C2-52E5-5C44-FBB6-02A5CEBFFFC0}"/>
              </a:ext>
            </a:extLst>
          </p:cNvPr>
          <p:cNvGrpSpPr/>
          <p:nvPr/>
        </p:nvGrpSpPr>
        <p:grpSpPr>
          <a:xfrm>
            <a:off x="1701201" y="782613"/>
            <a:ext cx="1724969" cy="461665"/>
            <a:chOff x="96740" y="1202460"/>
            <a:chExt cx="1724969" cy="461665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039D65E-233B-F124-4D4C-08FC3D685502}"/>
                </a:ext>
              </a:extLst>
            </p:cNvPr>
            <p:cNvSpPr/>
            <p:nvPr/>
          </p:nvSpPr>
          <p:spPr>
            <a:xfrm>
              <a:off x="96740" y="1202460"/>
              <a:ext cx="1724109" cy="46166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6B96BF9-A9F9-F89E-435C-028C7CE47153}"/>
                </a:ext>
              </a:extLst>
            </p:cNvPr>
            <p:cNvSpPr/>
            <p:nvPr/>
          </p:nvSpPr>
          <p:spPr>
            <a:xfrm>
              <a:off x="948390" y="1202460"/>
              <a:ext cx="873319" cy="461665"/>
            </a:xfrm>
            <a:prstGeom prst="roundRect">
              <a:avLst/>
            </a:prstGeom>
            <a:solidFill>
              <a:srgbClr val="4E95D9">
                <a:alpha val="50196"/>
              </a:srgb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40A7EB8-6F55-5130-E145-EA53265AD2AC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การดำเนินการของเซต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EFBF03-A378-83E4-C513-5E4AD06E3721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EE510C8-01B0-8EA2-9445-FEF826DF09AF}"/>
              </a:ext>
            </a:extLst>
          </p:cNvPr>
          <p:cNvSpPr txBox="1"/>
          <p:nvPr/>
        </p:nvSpPr>
        <p:spPr>
          <a:xfrm>
            <a:off x="102700" y="829677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จำนวนเซต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E53007-B104-2C3B-D071-59C14148FC1F}"/>
              </a:ext>
            </a:extLst>
          </p:cNvPr>
          <p:cNvSpPr txBox="1"/>
          <p:nvPr/>
        </p:nvSpPr>
        <p:spPr>
          <a:xfrm>
            <a:off x="1643495" y="1124464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2 เซต      3เซต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7EB7C4E-5350-2169-5F27-AD25CA6DC5DD}"/>
              </a:ext>
            </a:extLst>
          </p:cNvPr>
          <p:cNvGrpSpPr/>
          <p:nvPr/>
        </p:nvGrpSpPr>
        <p:grpSpPr>
          <a:xfrm>
            <a:off x="5649168" y="785709"/>
            <a:ext cx="1724110" cy="461665"/>
            <a:chOff x="96739" y="1202460"/>
            <a:chExt cx="1724110" cy="461665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4C710D3E-CBAC-AB1C-AF80-90D7CEE851FB}"/>
                </a:ext>
              </a:extLst>
            </p:cNvPr>
            <p:cNvSpPr/>
            <p:nvPr/>
          </p:nvSpPr>
          <p:spPr>
            <a:xfrm>
              <a:off x="96740" y="1202460"/>
              <a:ext cx="1724109" cy="46166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B2C1996A-B7A7-D91E-0616-F95F9C6255ED}"/>
                </a:ext>
              </a:extLst>
            </p:cNvPr>
            <p:cNvSpPr/>
            <p:nvPr/>
          </p:nvSpPr>
          <p:spPr>
            <a:xfrm>
              <a:off x="96739" y="1202460"/>
              <a:ext cx="873319" cy="461665"/>
            </a:xfrm>
            <a:prstGeom prst="roundRect">
              <a:avLst/>
            </a:prstGeom>
            <a:solidFill>
              <a:srgbClr val="4E95D9">
                <a:alpha val="50196"/>
              </a:srgb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280E764-1EA1-9536-5094-DCC38AC49D46}"/>
              </a:ext>
            </a:extLst>
          </p:cNvPr>
          <p:cNvSpPr txBox="1"/>
          <p:nvPr/>
        </p:nvSpPr>
        <p:spPr>
          <a:xfrm>
            <a:off x="5660433" y="805445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ตัวเลข    ตัวอักษร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53E613-066F-BAF0-2DFB-2957AD9A11F2}"/>
              </a:ext>
            </a:extLst>
          </p:cNvPr>
          <p:cNvSpPr txBox="1"/>
          <p:nvPr/>
        </p:nvSpPr>
        <p:spPr>
          <a:xfrm>
            <a:off x="3709283" y="831913"/>
            <a:ext cx="1844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รูปแบบของสมาชิก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47D3E3D-BBD2-42AF-20DA-D73D19FD79AF}"/>
              </a:ext>
            </a:extLst>
          </p:cNvPr>
          <p:cNvSpPr/>
          <p:nvPr/>
        </p:nvSpPr>
        <p:spPr>
          <a:xfrm>
            <a:off x="168494" y="5476352"/>
            <a:ext cx="11887907" cy="1131180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A U B</a:t>
            </a:r>
            <a:endParaRPr lang="en-US"/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0DA6DFD7-9040-D0F6-F9E4-41EE9389408B}"/>
              </a:ext>
            </a:extLst>
          </p:cNvPr>
          <p:cNvSpPr/>
          <p:nvPr/>
        </p:nvSpPr>
        <p:spPr>
          <a:xfrm>
            <a:off x="168494" y="1550958"/>
            <a:ext cx="11855009" cy="1009914"/>
          </a:xfrm>
          <a:prstGeom prst="roundRect">
            <a:avLst>
              <a:gd name="adj" fmla="val 3501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4E191A-3EAA-006E-C04C-CCB4CBE35463}"/>
              </a:ext>
            </a:extLst>
          </p:cNvPr>
          <p:cNvSpPr txBox="1"/>
          <p:nvPr/>
        </p:nvSpPr>
        <p:spPr>
          <a:xfrm>
            <a:off x="7259036" y="818473"/>
            <a:ext cx="1844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ตัวดำเนินการ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49FA9E-D4AA-2BAD-DAD1-5C6BD369094C}"/>
              </a:ext>
            </a:extLst>
          </p:cNvPr>
          <p:cNvSpPr txBox="1"/>
          <p:nvPr/>
        </p:nvSpPr>
        <p:spPr>
          <a:xfrm>
            <a:off x="117369" y="3084592"/>
            <a:ext cx="1940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เอกภพสัมพัทธ์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U :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5F9F64B-4FA6-2501-431A-21FB6C026CC8}"/>
              </a:ext>
            </a:extLst>
          </p:cNvPr>
          <p:cNvGrpSpPr/>
          <p:nvPr/>
        </p:nvGrpSpPr>
        <p:grpSpPr>
          <a:xfrm>
            <a:off x="1935048" y="3531149"/>
            <a:ext cx="4791186" cy="377186"/>
            <a:chOff x="542009" y="3617133"/>
            <a:chExt cx="4791186" cy="377186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247AE779-63EE-F0D6-8B4D-94FB6F46D0B8}"/>
                </a:ext>
              </a:extLst>
            </p:cNvPr>
            <p:cNvSpPr/>
            <p:nvPr/>
          </p:nvSpPr>
          <p:spPr>
            <a:xfrm>
              <a:off x="542009" y="3628559"/>
              <a:ext cx="365760" cy="36576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BB85AC36-3571-933C-3A7B-EB2FDCC41DF3}"/>
                </a:ext>
              </a:extLst>
            </p:cNvPr>
            <p:cNvSpPr/>
            <p:nvPr/>
          </p:nvSpPr>
          <p:spPr>
            <a:xfrm>
              <a:off x="1012458" y="3628311"/>
              <a:ext cx="365760" cy="36576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C74E5737-5C2A-344D-3A7B-043680968E51}"/>
                </a:ext>
              </a:extLst>
            </p:cNvPr>
            <p:cNvSpPr/>
            <p:nvPr/>
          </p:nvSpPr>
          <p:spPr>
            <a:xfrm>
              <a:off x="1497491" y="3628309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30EE5D78-4358-FB17-C3C5-D78386550698}"/>
                </a:ext>
              </a:extLst>
            </p:cNvPr>
            <p:cNvSpPr/>
            <p:nvPr/>
          </p:nvSpPr>
          <p:spPr>
            <a:xfrm>
              <a:off x="1974568" y="3622535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EB641DC4-EE35-6633-5228-EDA6DE13CA78}"/>
                </a:ext>
              </a:extLst>
            </p:cNvPr>
            <p:cNvSpPr/>
            <p:nvPr/>
          </p:nvSpPr>
          <p:spPr>
            <a:xfrm>
              <a:off x="2479411" y="3622169"/>
              <a:ext cx="365760" cy="36576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729D0E8E-F305-B67F-222E-6FFE45629C3B}"/>
                </a:ext>
              </a:extLst>
            </p:cNvPr>
            <p:cNvSpPr/>
            <p:nvPr/>
          </p:nvSpPr>
          <p:spPr>
            <a:xfrm>
              <a:off x="2984254" y="3622169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E0CF0D43-AB26-4672-067D-DC860F50F078}"/>
                </a:ext>
              </a:extLst>
            </p:cNvPr>
            <p:cNvSpPr/>
            <p:nvPr/>
          </p:nvSpPr>
          <p:spPr>
            <a:xfrm>
              <a:off x="3461331" y="3621157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7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DA90455C-A74A-79BF-0221-6EE93F53C18B}"/>
                </a:ext>
              </a:extLst>
            </p:cNvPr>
            <p:cNvSpPr/>
            <p:nvPr/>
          </p:nvSpPr>
          <p:spPr>
            <a:xfrm>
              <a:off x="3915305" y="3625871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8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7F53AD97-9C10-C132-4974-9FBBEEFA663C}"/>
                </a:ext>
              </a:extLst>
            </p:cNvPr>
            <p:cNvSpPr/>
            <p:nvPr/>
          </p:nvSpPr>
          <p:spPr>
            <a:xfrm>
              <a:off x="4433078" y="3617133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9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58040056-E50B-B336-78AA-9DFC825FB459}"/>
                </a:ext>
              </a:extLst>
            </p:cNvPr>
            <p:cNvSpPr/>
            <p:nvPr/>
          </p:nvSpPr>
          <p:spPr>
            <a:xfrm>
              <a:off x="4967435" y="3617133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400" dirty="0">
                  <a:solidFill>
                    <a:schemeClr val="tx1"/>
                  </a:solidFill>
                </a:rPr>
                <a:t>10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4AB8200-A398-1FE2-2C7B-A1CD9FDDB0F7}"/>
              </a:ext>
            </a:extLst>
          </p:cNvPr>
          <p:cNvGrpSpPr/>
          <p:nvPr/>
        </p:nvGrpSpPr>
        <p:grpSpPr>
          <a:xfrm>
            <a:off x="1935045" y="3988357"/>
            <a:ext cx="4791186" cy="377186"/>
            <a:chOff x="542009" y="3617133"/>
            <a:chExt cx="4791186" cy="377186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AEC67B42-4253-433B-C7B9-DFC07F89A3BC}"/>
                </a:ext>
              </a:extLst>
            </p:cNvPr>
            <p:cNvSpPr/>
            <p:nvPr/>
          </p:nvSpPr>
          <p:spPr>
            <a:xfrm>
              <a:off x="542009" y="3628559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36D7D0FA-0311-8D48-5607-E7D7FA6287A8}"/>
                </a:ext>
              </a:extLst>
            </p:cNvPr>
            <p:cNvSpPr/>
            <p:nvPr/>
          </p:nvSpPr>
          <p:spPr>
            <a:xfrm>
              <a:off x="1012458" y="3628311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FCBD686C-8FDC-7919-0867-61A0D5C5E295}"/>
                </a:ext>
              </a:extLst>
            </p:cNvPr>
            <p:cNvSpPr/>
            <p:nvPr/>
          </p:nvSpPr>
          <p:spPr>
            <a:xfrm>
              <a:off x="1497491" y="3628309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473FEB06-436A-03F0-6E3A-A6B9AAFE3F39}"/>
                </a:ext>
              </a:extLst>
            </p:cNvPr>
            <p:cNvSpPr/>
            <p:nvPr/>
          </p:nvSpPr>
          <p:spPr>
            <a:xfrm>
              <a:off x="1974568" y="3622535"/>
              <a:ext cx="365760" cy="36576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F2904851-FC05-8EC2-B432-10D774015F3F}"/>
                </a:ext>
              </a:extLst>
            </p:cNvPr>
            <p:cNvSpPr/>
            <p:nvPr/>
          </p:nvSpPr>
          <p:spPr>
            <a:xfrm>
              <a:off x="2479411" y="3622169"/>
              <a:ext cx="365760" cy="36576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0C060B1C-0EA0-FDE9-248F-F9272F7384C4}"/>
                </a:ext>
              </a:extLst>
            </p:cNvPr>
            <p:cNvSpPr/>
            <p:nvPr/>
          </p:nvSpPr>
          <p:spPr>
            <a:xfrm>
              <a:off x="2984254" y="3622169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B8CEADD4-4B45-7958-4B3A-252B6F2BD251}"/>
                </a:ext>
              </a:extLst>
            </p:cNvPr>
            <p:cNvSpPr/>
            <p:nvPr/>
          </p:nvSpPr>
          <p:spPr>
            <a:xfrm>
              <a:off x="3461331" y="3621157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7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230D85C2-8D37-2744-CCEA-36CF918BE370}"/>
                </a:ext>
              </a:extLst>
            </p:cNvPr>
            <p:cNvSpPr/>
            <p:nvPr/>
          </p:nvSpPr>
          <p:spPr>
            <a:xfrm>
              <a:off x="3915305" y="3625871"/>
              <a:ext cx="365760" cy="36576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8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E2F94E81-6A93-2A76-47E2-C5E4C2F004A7}"/>
                </a:ext>
              </a:extLst>
            </p:cNvPr>
            <p:cNvSpPr/>
            <p:nvPr/>
          </p:nvSpPr>
          <p:spPr>
            <a:xfrm>
              <a:off x="4433078" y="3617133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9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C297D5FC-5B51-EB49-3AEF-B76A94941DA7}"/>
                </a:ext>
              </a:extLst>
            </p:cNvPr>
            <p:cNvSpPr/>
            <p:nvPr/>
          </p:nvSpPr>
          <p:spPr>
            <a:xfrm>
              <a:off x="4967435" y="3617133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400" dirty="0">
                  <a:solidFill>
                    <a:schemeClr val="tx1"/>
                  </a:solidFill>
                </a:rPr>
                <a:t>10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45892C3C-CF0F-555F-A17B-83403F20BB2C}"/>
                  </a:ext>
                </a:extLst>
              </p:cNvPr>
              <p:cNvSpPr txBox="1"/>
              <p:nvPr/>
            </p:nvSpPr>
            <p:spPr>
              <a:xfrm>
                <a:off x="7068709" y="3151670"/>
                <a:ext cx="362618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1, 2, 3, 4, 5, 6, 7, 8, 9, 10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45892C3C-CF0F-555F-A17B-83403F20BB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8709" y="3151670"/>
                <a:ext cx="3626185" cy="276999"/>
              </a:xfrm>
              <a:prstGeom prst="rect">
                <a:avLst/>
              </a:prstGeom>
              <a:blipFill>
                <a:blip r:embed="rId2"/>
                <a:stretch>
                  <a:fillRect l="-2357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28312FA6-0B28-0545-0263-5CBDAEF25EBD}"/>
              </a:ext>
            </a:extLst>
          </p:cNvPr>
          <p:cNvSpPr/>
          <p:nvPr/>
        </p:nvSpPr>
        <p:spPr>
          <a:xfrm>
            <a:off x="9121186" y="782612"/>
            <a:ext cx="2530503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คอมพลีเมนต์</a:t>
            </a:r>
            <a:endParaRPr lang="en-US" sz="2400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B399652-C550-41BD-1CD8-E44A890B3A68}"/>
              </a:ext>
            </a:extLst>
          </p:cNvPr>
          <p:cNvSpPr txBox="1"/>
          <p:nvPr/>
        </p:nvSpPr>
        <p:spPr>
          <a:xfrm>
            <a:off x="206816" y="1620193"/>
            <a:ext cx="118166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บทนิยาม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เป็นเซต คอมพลีเมนต์ของเซต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คือเซตที่ประกอบด้วยสมาชิกที่ไม่เป็นสมาชิกของ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</a:t>
            </a:r>
            <a:endParaRPr lang="th-TH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        ใช้สัญลักษณ์แทนด้วย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A’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โดยที่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A’ = {x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|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x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16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∉</a:t>
            </a:r>
            <a:r>
              <a:rPr lang="th-TH" sz="16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A}  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5A6D2EC2-3868-0BCE-98D5-8882F290F61D}"/>
                  </a:ext>
                </a:extLst>
              </p:cNvPr>
              <p:cNvSpPr txBox="1"/>
              <p:nvPr/>
            </p:nvSpPr>
            <p:spPr>
              <a:xfrm>
                <a:off x="6971872" y="3565379"/>
                <a:ext cx="205558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/>
                  <a:t>A 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1, 2, 5</m:t>
                        </m:r>
                      </m:e>
                    </m:d>
                    <m:r>
                      <a:rPr lang="th-TH" sz="18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th-TH" sz="1800" dirty="0"/>
              </a:p>
            </p:txBody>
          </p:sp>
        </mc:Choice>
        <mc:Fallback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5A6D2EC2-3868-0BCE-98D5-8882F290F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872" y="3565379"/>
                <a:ext cx="2055587" cy="369332"/>
              </a:xfrm>
              <a:prstGeom prst="rect">
                <a:avLst/>
              </a:prstGeom>
              <a:blipFill>
                <a:blip r:embed="rId3"/>
                <a:stretch>
                  <a:fillRect l="-2671" t="-15000" b="-2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2" name="Group 101">
            <a:extLst>
              <a:ext uri="{FF2B5EF4-FFF2-40B4-BE49-F238E27FC236}">
                <a16:creationId xmlns:a16="http://schemas.microsoft.com/office/drawing/2014/main" id="{EEA5358B-6F29-7B9F-7C8E-F4A77CF875BF}"/>
              </a:ext>
            </a:extLst>
          </p:cNvPr>
          <p:cNvGrpSpPr/>
          <p:nvPr/>
        </p:nvGrpSpPr>
        <p:grpSpPr>
          <a:xfrm>
            <a:off x="1926085" y="3073945"/>
            <a:ext cx="4791186" cy="377186"/>
            <a:chOff x="542009" y="3617133"/>
            <a:chExt cx="4791186" cy="37718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D7E07396-37CF-7F11-E828-553F17D33408}"/>
                </a:ext>
              </a:extLst>
            </p:cNvPr>
            <p:cNvSpPr/>
            <p:nvPr/>
          </p:nvSpPr>
          <p:spPr>
            <a:xfrm>
              <a:off x="542009" y="3628559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4" name="Rectangle: Rounded Corners 103">
              <a:extLst>
                <a:ext uri="{FF2B5EF4-FFF2-40B4-BE49-F238E27FC236}">
                  <a16:creationId xmlns:a16="http://schemas.microsoft.com/office/drawing/2014/main" id="{D7C1A030-9C4D-C72C-43C6-A98604F1299C}"/>
                </a:ext>
              </a:extLst>
            </p:cNvPr>
            <p:cNvSpPr/>
            <p:nvPr/>
          </p:nvSpPr>
          <p:spPr>
            <a:xfrm>
              <a:off x="1012458" y="3628311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5" name="Rectangle: Rounded Corners 104">
              <a:extLst>
                <a:ext uri="{FF2B5EF4-FFF2-40B4-BE49-F238E27FC236}">
                  <a16:creationId xmlns:a16="http://schemas.microsoft.com/office/drawing/2014/main" id="{7CFE5935-69AC-9668-60C6-7428A6E32F85}"/>
                </a:ext>
              </a:extLst>
            </p:cNvPr>
            <p:cNvSpPr/>
            <p:nvPr/>
          </p:nvSpPr>
          <p:spPr>
            <a:xfrm>
              <a:off x="1497491" y="3628309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E616D308-F205-AA89-C22A-97D034C96FCD}"/>
                </a:ext>
              </a:extLst>
            </p:cNvPr>
            <p:cNvSpPr/>
            <p:nvPr/>
          </p:nvSpPr>
          <p:spPr>
            <a:xfrm>
              <a:off x="1974568" y="3622535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7" name="Rectangle: Rounded Corners 106">
              <a:extLst>
                <a:ext uri="{FF2B5EF4-FFF2-40B4-BE49-F238E27FC236}">
                  <a16:creationId xmlns:a16="http://schemas.microsoft.com/office/drawing/2014/main" id="{EDC8BB24-1103-B7E4-E985-F2D047AEBE05}"/>
                </a:ext>
              </a:extLst>
            </p:cNvPr>
            <p:cNvSpPr/>
            <p:nvPr/>
          </p:nvSpPr>
          <p:spPr>
            <a:xfrm>
              <a:off x="2479411" y="3622169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8" name="Rectangle: Rounded Corners 107">
              <a:extLst>
                <a:ext uri="{FF2B5EF4-FFF2-40B4-BE49-F238E27FC236}">
                  <a16:creationId xmlns:a16="http://schemas.microsoft.com/office/drawing/2014/main" id="{D247EEF7-ADE6-B83C-6211-71A0BC202638}"/>
                </a:ext>
              </a:extLst>
            </p:cNvPr>
            <p:cNvSpPr/>
            <p:nvPr/>
          </p:nvSpPr>
          <p:spPr>
            <a:xfrm>
              <a:off x="2984254" y="3622169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4943FED8-CB81-694A-05A8-94BDC321F2CE}"/>
                </a:ext>
              </a:extLst>
            </p:cNvPr>
            <p:cNvSpPr/>
            <p:nvPr/>
          </p:nvSpPr>
          <p:spPr>
            <a:xfrm>
              <a:off x="3461331" y="3621157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7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09B3CAE4-62F5-6AEC-7E32-338BAA33CD02}"/>
                </a:ext>
              </a:extLst>
            </p:cNvPr>
            <p:cNvSpPr/>
            <p:nvPr/>
          </p:nvSpPr>
          <p:spPr>
            <a:xfrm>
              <a:off x="3915305" y="3625871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8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1" name="Rectangle: Rounded Corners 110">
              <a:extLst>
                <a:ext uri="{FF2B5EF4-FFF2-40B4-BE49-F238E27FC236}">
                  <a16:creationId xmlns:a16="http://schemas.microsoft.com/office/drawing/2014/main" id="{E186B633-D0EA-96D6-333D-12BFB34E0958}"/>
                </a:ext>
              </a:extLst>
            </p:cNvPr>
            <p:cNvSpPr/>
            <p:nvPr/>
          </p:nvSpPr>
          <p:spPr>
            <a:xfrm>
              <a:off x="4433078" y="3617133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9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2" name="Rectangle: Rounded Corners 111">
              <a:extLst>
                <a:ext uri="{FF2B5EF4-FFF2-40B4-BE49-F238E27FC236}">
                  <a16:creationId xmlns:a16="http://schemas.microsoft.com/office/drawing/2014/main" id="{35E4E6CB-D84C-2AE0-36F7-B87A8B4AFB0C}"/>
                </a:ext>
              </a:extLst>
            </p:cNvPr>
            <p:cNvSpPr/>
            <p:nvPr/>
          </p:nvSpPr>
          <p:spPr>
            <a:xfrm>
              <a:off x="4967435" y="3617133"/>
              <a:ext cx="365760" cy="36576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400" dirty="0">
                  <a:solidFill>
                    <a:schemeClr val="tx1"/>
                  </a:solidFill>
                </a:rPr>
                <a:t>10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8D26223E-ED42-DE94-9748-1BA55F6FC625}"/>
              </a:ext>
            </a:extLst>
          </p:cNvPr>
          <p:cNvSpPr txBox="1"/>
          <p:nvPr/>
        </p:nvSpPr>
        <p:spPr>
          <a:xfrm>
            <a:off x="135397" y="3518231"/>
            <a:ext cx="16737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สมาชิกของเซต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: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C5029CB-3DC0-7E8B-5EB2-2EDA909621E8}"/>
              </a:ext>
            </a:extLst>
          </p:cNvPr>
          <p:cNvSpPr txBox="1"/>
          <p:nvPr/>
        </p:nvSpPr>
        <p:spPr>
          <a:xfrm>
            <a:off x="139306" y="3979896"/>
            <a:ext cx="19401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สมาชิกของเซต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B 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F5A181FC-A986-CBC0-93D7-C0497C2DDBA1}"/>
                  </a:ext>
                </a:extLst>
              </p:cNvPr>
              <p:cNvSpPr txBox="1"/>
              <p:nvPr/>
            </p:nvSpPr>
            <p:spPr>
              <a:xfrm>
                <a:off x="6971872" y="3995309"/>
                <a:ext cx="18583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/>
                  <a:t>B  </a:t>
                </a:r>
                <a14:m>
                  <m:oMath xmlns:m="http://schemas.openxmlformats.org/officeDocument/2006/math">
                    <m:r>
                      <a:rPr lang="en-US" sz="18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{4, 5, 8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1800" dirty="0"/>
              </a:p>
            </p:txBody>
          </p:sp>
        </mc:Choice>
        <mc:Fallback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F5A181FC-A986-CBC0-93D7-C0497C2DD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872" y="3995309"/>
                <a:ext cx="1858360" cy="369332"/>
              </a:xfrm>
              <a:prstGeom prst="rect">
                <a:avLst/>
              </a:prstGeom>
              <a:blipFill>
                <a:blip r:embed="rId4"/>
                <a:stretch>
                  <a:fillRect l="-2951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2FABADE0-C047-2442-F045-E2074A2D2C9E}"/>
              </a:ext>
            </a:extLst>
          </p:cNvPr>
          <p:cNvSpPr/>
          <p:nvPr/>
        </p:nvSpPr>
        <p:spPr>
          <a:xfrm>
            <a:off x="299025" y="5005378"/>
            <a:ext cx="265751" cy="26575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295758A6-8588-09DC-9D19-36BE9D997176}"/>
              </a:ext>
            </a:extLst>
          </p:cNvPr>
          <p:cNvSpPr txBox="1"/>
          <p:nvPr/>
        </p:nvSpPr>
        <p:spPr>
          <a:xfrm>
            <a:off x="680885" y="4924213"/>
            <a:ext cx="9148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A’ </a:t>
            </a:r>
            <a:endParaRPr lang="en-US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B18EFF34-02B2-9B73-CB58-03798DCC871B}"/>
              </a:ext>
            </a:extLst>
          </p:cNvPr>
          <p:cNvSpPr txBox="1"/>
          <p:nvPr/>
        </p:nvSpPr>
        <p:spPr>
          <a:xfrm>
            <a:off x="206816" y="5669961"/>
            <a:ext cx="42230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A’ = {3, 4, 6, 7, 8, 9, 10}  </a:t>
            </a:r>
            <a:endParaRPr lang="en-US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A47CDF9-1209-0F12-4532-2DE9622BF8F8}"/>
              </a:ext>
            </a:extLst>
          </p:cNvPr>
          <p:cNvSpPr txBox="1"/>
          <p:nvPr/>
        </p:nvSpPr>
        <p:spPr>
          <a:xfrm>
            <a:off x="135397" y="2630072"/>
            <a:ext cx="61049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เลือกสมาชิกของเซต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เซต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แล้วเลือกการดำเนินการ</a:t>
            </a:r>
          </a:p>
        </p:txBody>
      </p:sp>
      <p:pic>
        <p:nvPicPr>
          <p:cNvPr id="128" name="Graphic 127" descr="Checkmark">
            <a:extLst>
              <a:ext uri="{FF2B5EF4-FFF2-40B4-BE49-F238E27FC236}">
                <a16:creationId xmlns:a16="http://schemas.microsoft.com/office/drawing/2014/main" id="{ECDA213E-7BB8-4076-5865-F24571464A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9024" y="5019798"/>
            <a:ext cx="265751" cy="265751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7F95DEC-A3B7-0B05-18FF-8A5E35BE8B49}"/>
              </a:ext>
            </a:extLst>
          </p:cNvPr>
          <p:cNvSpPr/>
          <p:nvPr/>
        </p:nvSpPr>
        <p:spPr>
          <a:xfrm>
            <a:off x="1470875" y="5005376"/>
            <a:ext cx="265751" cy="26575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FFBDC22-D3A1-C3D3-F1F7-C0BE42873D88}"/>
              </a:ext>
            </a:extLst>
          </p:cNvPr>
          <p:cNvSpPr txBox="1"/>
          <p:nvPr/>
        </p:nvSpPr>
        <p:spPr>
          <a:xfrm>
            <a:off x="1795917" y="4924213"/>
            <a:ext cx="9148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B’ 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ABBFE7-FE50-2380-A85D-167A4142281B}"/>
              </a:ext>
            </a:extLst>
          </p:cNvPr>
          <p:cNvSpPr txBox="1"/>
          <p:nvPr/>
        </p:nvSpPr>
        <p:spPr>
          <a:xfrm>
            <a:off x="141685" y="4411192"/>
            <a:ext cx="19401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สมาชิกของเซต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C :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EE826F7-E36E-6855-D8DA-03A3567A15BA}"/>
              </a:ext>
            </a:extLst>
          </p:cNvPr>
          <p:cNvGrpSpPr/>
          <p:nvPr/>
        </p:nvGrpSpPr>
        <p:grpSpPr>
          <a:xfrm>
            <a:off x="1926085" y="4444785"/>
            <a:ext cx="4791186" cy="377186"/>
            <a:chOff x="542009" y="3617133"/>
            <a:chExt cx="4791186" cy="377186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8F285118-F9E1-EC1C-D0DA-9706087AAFF2}"/>
                </a:ext>
              </a:extLst>
            </p:cNvPr>
            <p:cNvSpPr/>
            <p:nvPr/>
          </p:nvSpPr>
          <p:spPr>
            <a:xfrm>
              <a:off x="542009" y="3628559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6524C14A-DB5E-E4EA-1CAD-19B49A06E8E7}"/>
                </a:ext>
              </a:extLst>
            </p:cNvPr>
            <p:cNvSpPr/>
            <p:nvPr/>
          </p:nvSpPr>
          <p:spPr>
            <a:xfrm>
              <a:off x="1012458" y="3628311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BC1A0C65-F413-9463-D305-B69407A089B2}"/>
                </a:ext>
              </a:extLst>
            </p:cNvPr>
            <p:cNvSpPr/>
            <p:nvPr/>
          </p:nvSpPr>
          <p:spPr>
            <a:xfrm>
              <a:off x="1497491" y="3628309"/>
              <a:ext cx="365760" cy="36576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EF5C3E7E-8735-70C0-BF8C-71A32762EC37}"/>
                </a:ext>
              </a:extLst>
            </p:cNvPr>
            <p:cNvSpPr/>
            <p:nvPr/>
          </p:nvSpPr>
          <p:spPr>
            <a:xfrm>
              <a:off x="1974568" y="3622535"/>
              <a:ext cx="365760" cy="36576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BDF18F8E-838E-A5C1-B3E3-19D40154729B}"/>
                </a:ext>
              </a:extLst>
            </p:cNvPr>
            <p:cNvSpPr/>
            <p:nvPr/>
          </p:nvSpPr>
          <p:spPr>
            <a:xfrm>
              <a:off x="2479411" y="3622169"/>
              <a:ext cx="365760" cy="36576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9FF12AD3-D8F8-498F-9C26-6E5BCE478442}"/>
                </a:ext>
              </a:extLst>
            </p:cNvPr>
            <p:cNvSpPr/>
            <p:nvPr/>
          </p:nvSpPr>
          <p:spPr>
            <a:xfrm>
              <a:off x="2984254" y="3622169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B84814EB-B2DC-C9D9-539D-9C597A00A164}"/>
                </a:ext>
              </a:extLst>
            </p:cNvPr>
            <p:cNvSpPr/>
            <p:nvPr/>
          </p:nvSpPr>
          <p:spPr>
            <a:xfrm>
              <a:off x="3461331" y="3621157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7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48A04100-0806-5A27-AD52-3889084B7503}"/>
                </a:ext>
              </a:extLst>
            </p:cNvPr>
            <p:cNvSpPr/>
            <p:nvPr/>
          </p:nvSpPr>
          <p:spPr>
            <a:xfrm>
              <a:off x="3915305" y="3625871"/>
              <a:ext cx="365760" cy="36576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8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41F0D3CF-499B-A9CD-AD7A-CC4304864B82}"/>
                </a:ext>
              </a:extLst>
            </p:cNvPr>
            <p:cNvSpPr/>
            <p:nvPr/>
          </p:nvSpPr>
          <p:spPr>
            <a:xfrm>
              <a:off x="4433078" y="3617133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9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9845EF0E-1634-C168-6DDA-C515AAC6069D}"/>
                </a:ext>
              </a:extLst>
            </p:cNvPr>
            <p:cNvSpPr/>
            <p:nvPr/>
          </p:nvSpPr>
          <p:spPr>
            <a:xfrm>
              <a:off x="4967435" y="3617133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400" dirty="0">
                  <a:solidFill>
                    <a:schemeClr val="tx1"/>
                  </a:solidFill>
                </a:rPr>
                <a:t>10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2268C7A-C537-6D7F-66DB-B0BC0A9EF9A0}"/>
                  </a:ext>
                </a:extLst>
              </p:cNvPr>
              <p:cNvSpPr txBox="1"/>
              <p:nvPr/>
            </p:nvSpPr>
            <p:spPr>
              <a:xfrm>
                <a:off x="6971872" y="4451737"/>
                <a:ext cx="18583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/>
                  <a:t>B  </a:t>
                </a:r>
                <a14:m>
                  <m:oMath xmlns:m="http://schemas.openxmlformats.org/officeDocument/2006/math">
                    <m:r>
                      <a:rPr lang="en-US" sz="18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3, 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4, 5, 8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1800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2268C7A-C537-6D7F-66DB-B0BC0A9EF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872" y="4451737"/>
                <a:ext cx="1858360" cy="369332"/>
              </a:xfrm>
              <a:prstGeom prst="rect">
                <a:avLst/>
              </a:prstGeom>
              <a:blipFill>
                <a:blip r:embed="rId6"/>
                <a:stretch>
                  <a:fillRect l="-2951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C82CF503-C480-7240-B2F1-86271CAB0FB1}"/>
              </a:ext>
            </a:extLst>
          </p:cNvPr>
          <p:cNvSpPr/>
          <p:nvPr/>
        </p:nvSpPr>
        <p:spPr>
          <a:xfrm>
            <a:off x="2439066" y="5005376"/>
            <a:ext cx="265751" cy="26575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2C21A60-387E-B078-E243-5145702EF97D}"/>
              </a:ext>
            </a:extLst>
          </p:cNvPr>
          <p:cNvSpPr txBox="1"/>
          <p:nvPr/>
        </p:nvSpPr>
        <p:spPr>
          <a:xfrm>
            <a:off x="2764108" y="4924213"/>
            <a:ext cx="9148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C’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630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A75DA-F4E4-908A-3F3C-ADDBA2998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 63">
            <a:extLst>
              <a:ext uri="{FF2B5EF4-FFF2-40B4-BE49-F238E27FC236}">
                <a16:creationId xmlns:a16="http://schemas.microsoft.com/office/drawing/2014/main" id="{E6F950B8-DCCE-5E67-8E6E-673418AFBEDC}"/>
              </a:ext>
            </a:extLst>
          </p:cNvPr>
          <p:cNvGrpSpPr/>
          <p:nvPr/>
        </p:nvGrpSpPr>
        <p:grpSpPr>
          <a:xfrm>
            <a:off x="367110" y="1176737"/>
            <a:ext cx="1724969" cy="461665"/>
            <a:chOff x="96740" y="1202460"/>
            <a:chExt cx="1724969" cy="461665"/>
          </a:xfrm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900F5D3F-27E0-95C9-B124-041F7A9920EE}"/>
                </a:ext>
              </a:extLst>
            </p:cNvPr>
            <p:cNvSpPr/>
            <p:nvPr/>
          </p:nvSpPr>
          <p:spPr>
            <a:xfrm>
              <a:off x="96740" y="1202460"/>
              <a:ext cx="1724109" cy="46166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81745BB2-CDD6-7579-D2E7-066C6D1D6B45}"/>
                </a:ext>
              </a:extLst>
            </p:cNvPr>
            <p:cNvSpPr/>
            <p:nvPr/>
          </p:nvSpPr>
          <p:spPr>
            <a:xfrm>
              <a:off x="948390" y="1202460"/>
              <a:ext cx="873319" cy="461665"/>
            </a:xfrm>
            <a:prstGeom prst="roundRect">
              <a:avLst/>
            </a:prstGeom>
            <a:solidFill>
              <a:srgbClr val="4E95D9">
                <a:alpha val="50196"/>
              </a:srgb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E24FA089-6C36-DD8F-160D-2941B1DFC3FC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E697EB-EBB4-DA3D-0096-F61E318FD51A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การดำเนินการของเซต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13BE35-D874-3F53-ACAC-C64F3F0633AA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FD311875-4682-D2CE-26E8-E2A40052CCBB}"/>
              </a:ext>
            </a:extLst>
          </p:cNvPr>
          <p:cNvSpPr/>
          <p:nvPr/>
        </p:nvSpPr>
        <p:spPr>
          <a:xfrm>
            <a:off x="268941" y="6017259"/>
            <a:ext cx="11546541" cy="761226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A U B</a:t>
            </a:r>
            <a:endParaRPr lang="en-US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9591B36B-A1E8-B925-727D-0FE4E40C757B}"/>
              </a:ext>
            </a:extLst>
          </p:cNvPr>
          <p:cNvSpPr txBox="1"/>
          <p:nvPr/>
        </p:nvSpPr>
        <p:spPr>
          <a:xfrm>
            <a:off x="480613" y="6176711"/>
            <a:ext cx="42230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–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(B U C) = {}  </a:t>
            </a:r>
            <a:endParaRPr lang="en-US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5B5030B3-98BE-F814-0E00-4298E2FF0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805" y="688330"/>
            <a:ext cx="8815070" cy="1081849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B0AD5FE9-46D4-1E6F-3A10-BDC7EFBEBFDD}"/>
              </a:ext>
            </a:extLst>
          </p:cNvPr>
          <p:cNvSpPr txBox="1"/>
          <p:nvPr/>
        </p:nvSpPr>
        <p:spPr>
          <a:xfrm>
            <a:off x="117369" y="688330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B9153B2-5716-EC0C-95CE-E2CA009431E7}"/>
              </a:ext>
            </a:extLst>
          </p:cNvPr>
          <p:cNvSpPr txBox="1"/>
          <p:nvPr/>
        </p:nvSpPr>
        <p:spPr>
          <a:xfrm>
            <a:off x="349857" y="1195816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ศึกษา      ทดสอบ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C2C4F411-AA7C-2CE5-EEEF-77AAA82BC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857" y="1696126"/>
            <a:ext cx="8815069" cy="219829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48EB6E43-6CAE-4DE5-4630-A36A086EEA8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0000"/>
          <a:stretch>
            <a:fillRect/>
          </a:stretch>
        </p:blipFill>
        <p:spPr>
          <a:xfrm>
            <a:off x="367110" y="3955343"/>
            <a:ext cx="2268550" cy="1037494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2EE7A81C-2D80-3CB9-2008-13DE98A5FF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2323" b="5428"/>
          <a:stretch>
            <a:fillRect/>
          </a:stretch>
        </p:blipFill>
        <p:spPr>
          <a:xfrm>
            <a:off x="5238186" y="4531172"/>
            <a:ext cx="2268550" cy="461665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C4039BC9-6BCB-47D8-BCBC-51C61162BF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9620" b="28131"/>
          <a:stretch>
            <a:fillRect/>
          </a:stretch>
        </p:blipFill>
        <p:spPr>
          <a:xfrm>
            <a:off x="2802648" y="4531171"/>
            <a:ext cx="2268550" cy="461666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C6EAC1F4-6DA1-58D9-0773-181FCE3F6C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291" y="5078290"/>
            <a:ext cx="11025556" cy="93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504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fb0ce85-f7c3-4498-8b94-0d9a3229af8b}" enabled="0" method="" siteId="{7fb0ce85-f7c3-4498-8b94-0d9a3229af8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848</Words>
  <Application>Microsoft Office PowerPoint</Application>
  <PresentationFormat>Widescreen</PresentationFormat>
  <Paragraphs>266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Yu Gothic</vt:lpstr>
      <vt:lpstr>Aptos</vt:lpstr>
      <vt:lpstr>Aptos Display</vt:lpstr>
      <vt:lpstr>Arial</vt:lpstr>
      <vt:lpstr>Cambria Math</vt:lpstr>
      <vt:lpstr>TH Sarabun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Nattanun Tangpeerasit (Maths) Lap</dc:creator>
  <cp:lastModifiedBy>ณัฐนันท์ ตั้งพีระสิทธิ์</cp:lastModifiedBy>
  <cp:revision>13</cp:revision>
  <dcterms:created xsi:type="dcterms:W3CDTF">2026-09-18T13:51:45Z</dcterms:created>
  <dcterms:modified xsi:type="dcterms:W3CDTF">2026-10-03T14:39:20Z</dcterms:modified>
</cp:coreProperties>
</file>