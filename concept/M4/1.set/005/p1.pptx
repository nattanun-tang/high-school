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202A"/>
    <a:srgbClr val="D9D9D9"/>
    <a:srgbClr val="E8E8E8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5DF61-D1E6-4A7F-9880-765BC9AFAAA4}" v="165" dt="2026-09-18T15:40:32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tanun Tangpeerasit (Maths) Lap" userId="1ad6559d-3a93-42e6-9288-bf73492e1b2c" providerId="ADAL" clId="{214CD14F-CFF7-41F3-8FAD-E1DC02D8708B}"/>
    <pc:docChg chg="modSld">
      <pc:chgData name="Nattanun Tangpeerasit (Maths) Lap" userId="1ad6559d-3a93-42e6-9288-bf73492e1b2c" providerId="ADAL" clId="{214CD14F-CFF7-41F3-8FAD-E1DC02D8708B}" dt="2026-09-19T12:23:33.756" v="160" actId="1076"/>
      <pc:docMkLst>
        <pc:docMk/>
      </pc:docMkLst>
      <pc:sldChg chg="addSp modSp mod setBg">
        <pc:chgData name="Nattanun Tangpeerasit (Maths) Lap" userId="1ad6559d-3a93-42e6-9288-bf73492e1b2c" providerId="ADAL" clId="{214CD14F-CFF7-41F3-8FAD-E1DC02D8708B}" dt="2026-09-19T12:23:33.756" v="160" actId="1076"/>
        <pc:sldMkLst>
          <pc:docMk/>
          <pc:sldMk cId="2080722355" sldId="256"/>
        </pc:sldMkLst>
        <pc:spChg chg="mod">
          <ac:chgData name="Nattanun Tangpeerasit (Maths) Lap" userId="1ad6559d-3a93-42e6-9288-bf73492e1b2c" providerId="ADAL" clId="{214CD14F-CFF7-41F3-8FAD-E1DC02D8708B}" dt="2026-09-19T12:23:33.756" v="160" actId="1076"/>
          <ac:spMkLst>
            <pc:docMk/>
            <pc:sldMk cId="2080722355" sldId="256"/>
            <ac:spMk id="11" creationId="{1CE167D6-5ED8-1684-7B8B-077DFA4A9987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2" creationId="{2C83EF16-B483-311A-7A4B-C292AFE0F180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4" creationId="{0612118D-B051-7363-FC53-9ABF91ED3A6E}"/>
          </ac:spMkLst>
        </pc:spChg>
        <pc:spChg chg="add mod">
          <ac:chgData name="Nattanun Tangpeerasit (Maths) Lap" userId="1ad6559d-3a93-42e6-9288-bf73492e1b2c" providerId="ADAL" clId="{214CD14F-CFF7-41F3-8FAD-E1DC02D8708B}" dt="2026-09-18T14:07:15.645" v="7" actId="20577"/>
          <ac:spMkLst>
            <pc:docMk/>
            <pc:sldMk cId="2080722355" sldId="256"/>
            <ac:spMk id="66" creationId="{FBD30F72-7CFC-29E2-2DCA-FF0E8FAA7351}"/>
          </ac:spMkLst>
        </pc:spChg>
        <pc:spChg chg="mod">
          <ac:chgData name="Nattanun Tangpeerasit (Maths) Lap" userId="1ad6559d-3a93-42e6-9288-bf73492e1b2c" providerId="ADAL" clId="{214CD14F-CFF7-41F3-8FAD-E1DC02D8708B}" dt="2026-09-18T14:07:26.358" v="9" actId="20577"/>
          <ac:spMkLst>
            <pc:docMk/>
            <pc:sldMk cId="2080722355" sldId="256"/>
            <ac:spMk id="68" creationId="{0F2C3C05-8DBE-6CB5-B403-FBE1D67323FC}"/>
          </ac:spMkLst>
        </pc:spChg>
        <pc:spChg chg="mod">
          <ac:chgData name="Nattanun Tangpeerasit (Maths) Lap" userId="1ad6559d-3a93-42e6-9288-bf73492e1b2c" providerId="ADAL" clId="{214CD14F-CFF7-41F3-8FAD-E1DC02D8708B}" dt="2026-09-18T14:07:38.598" v="11" actId="20577"/>
          <ac:spMkLst>
            <pc:docMk/>
            <pc:sldMk cId="2080722355" sldId="256"/>
            <ac:spMk id="70" creationId="{C1AD95B4-D0BB-FEAD-2C22-2EEA58F60E33}"/>
          </ac:spMkLst>
        </pc:spChg>
        <pc:spChg chg="mod">
          <ac:chgData name="Nattanun Tangpeerasit (Maths) Lap" userId="1ad6559d-3a93-42e6-9288-bf73492e1b2c" providerId="ADAL" clId="{214CD14F-CFF7-41F3-8FAD-E1DC02D8708B}" dt="2026-09-18T14:24:19.938" v="134" actId="20577"/>
          <ac:spMkLst>
            <pc:docMk/>
            <pc:sldMk cId="2080722355" sldId="256"/>
            <ac:spMk id="74" creationId="{AB4B9D6F-A090-6A41-9413-230C06112980}"/>
          </ac:spMkLst>
        </pc:spChg>
        <pc:grpChg chg="add mod">
          <ac:chgData name="Nattanun Tangpeerasit (Maths) Lap" userId="1ad6559d-3a93-42e6-9288-bf73492e1b2c" providerId="ADAL" clId="{214CD14F-CFF7-41F3-8FAD-E1DC02D8708B}" dt="2026-09-18T14:06:17.048" v="2" actId="164"/>
          <ac:grpSpMkLst>
            <pc:docMk/>
            <pc:sldMk cId="2080722355" sldId="256"/>
            <ac:grpSpMk id="65" creationId="{F993B815-57A4-F00B-A787-EEBE6C8208CE}"/>
          </ac:grpSpMkLst>
        </pc:grpChg>
      </pc:sldChg>
      <pc:sldChg chg="modSp">
        <pc:chgData name="Nattanun Tangpeerasit (Maths) Lap" userId="1ad6559d-3a93-42e6-9288-bf73492e1b2c" providerId="ADAL" clId="{214CD14F-CFF7-41F3-8FAD-E1DC02D8708B}" dt="2026-09-18T14:26:58.404" v="158" actId="255"/>
        <pc:sldMkLst>
          <pc:docMk/>
          <pc:sldMk cId="3678439685" sldId="257"/>
        </pc:sldMkLst>
        <pc:spChg chg="mod">
          <ac:chgData name="Nattanun Tangpeerasit (Maths) Lap" userId="1ad6559d-3a93-42e6-9288-bf73492e1b2c" providerId="ADAL" clId="{214CD14F-CFF7-41F3-8FAD-E1DC02D8708B}" dt="2026-09-18T14:15:30.925" v="60" actId="20577"/>
          <ac:spMkLst>
            <pc:docMk/>
            <pc:sldMk cId="3678439685" sldId="257"/>
            <ac:spMk id="6" creationId="{F1402828-22A5-C746-57A4-639A799B3194}"/>
          </ac:spMkLst>
        </pc:spChg>
        <pc:spChg chg="mod">
          <ac:chgData name="Nattanun Tangpeerasit (Maths) Lap" userId="1ad6559d-3a93-42e6-9288-bf73492e1b2c" providerId="ADAL" clId="{214CD14F-CFF7-41F3-8FAD-E1DC02D8708B}" dt="2026-09-18T14:26:58.404" v="158" actId="255"/>
          <ac:spMkLst>
            <pc:docMk/>
            <pc:sldMk cId="3678439685" sldId="257"/>
            <ac:spMk id="74" creationId="{78E1997F-FD8F-1B92-DE3A-3AFFB928B122}"/>
          </ac:spMkLst>
        </pc:spChg>
      </pc:sldChg>
      <pc:sldChg chg="addSp modSp">
        <pc:chgData name="Nattanun Tangpeerasit (Maths) Lap" userId="1ad6559d-3a93-42e6-9288-bf73492e1b2c" providerId="ADAL" clId="{214CD14F-CFF7-41F3-8FAD-E1DC02D8708B}" dt="2026-09-18T15:40:32.410" v="159" actId="767"/>
        <pc:sldMkLst>
          <pc:docMk/>
          <pc:sldMk cId="54257411" sldId="258"/>
        </pc:sldMkLst>
        <pc:spChg chg="add mod">
          <ac:chgData name="Nattanun Tangpeerasit (Maths) Lap" userId="1ad6559d-3a93-42e6-9288-bf73492e1b2c" providerId="ADAL" clId="{214CD14F-CFF7-41F3-8FAD-E1DC02D8708B}" dt="2026-09-18T15:40:32.410" v="159" actId="767"/>
          <ac:spMkLst>
            <pc:docMk/>
            <pc:sldMk cId="54257411" sldId="258"/>
            <ac:spMk id="4" creationId="{34867BA4-0282-53E0-2156-B7E14C9982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22C0-E581-DF04-D28E-70DEE0A86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1E2BE-A5A0-5AF7-ABB7-D865963D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CC62-3ACD-EADE-355C-1B38EF7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70E4-2DC6-E1D8-66E0-52771D0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BE0D-391E-2FA4-52C4-0499EC90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6288-299E-09FC-FDE8-5B47CD7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102-3565-FF26-1210-0EB57BBE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C389-EC9C-A0EC-147B-EF13C255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8E69-7E15-50F3-2A84-F1F00779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E243-E036-7606-CB8B-D5B834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E8E-0C1A-4830-AC99-F45241DC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40D-2FE9-02F6-50D1-2479C08E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911EC-7F43-D5FD-300C-3B936951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7FB3-0179-71E6-9EBE-29D9270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941-BC90-866E-0518-003B06D6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2A46-1486-99C3-12B3-CF46C663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219B-8002-E541-C3F2-8A5AA2889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6D6-C532-2FF8-A74D-A9EFF486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F69B-0FC7-69EB-EEF4-F50459A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0295-FF63-A073-9D68-8F311F8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3746D-F7FA-3A95-E091-94F8D46B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027-F46B-A0B2-6228-1CA9F52D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5844-D85A-14BA-AB0D-1B2B2DD9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3A88D-4500-6DF1-6E79-FA93AEB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E474-6EC4-FE92-2495-8A195BF6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6916-8EB5-6497-2C7F-902C58DC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2CCE6-7D9F-07EA-BA74-19A4A37B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E8903-0F6E-1339-5D98-A8444E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02AE9-1BDF-D833-0CC9-5BE0E65B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C63-E980-5747-20AB-A0AF1CE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4639-F855-C72D-D831-EDB5B29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34047-CE08-7B23-31A9-DE3A1755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7E21-3D66-937F-DA31-2ADB8E56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00C-622B-26CB-22BD-72881B2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9972-5522-B0E4-7F3C-D92BF9EE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299B-37FF-D126-91BE-40169D4B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4A5B-E742-C7D9-33ED-841204B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1116-18AC-B3CD-439F-5D7DEB60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2106-082F-A1C4-DE05-1A23C2DA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D1C8-26B8-6FCD-6206-1F456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8CE9-52A1-9A60-362F-ECBC972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8711-621D-2DB0-282A-25E9BEED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A4FE-32B1-D3D9-005B-19181B37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5E03-FF07-3C6A-FEE2-6C8C54F5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3AC8-E082-C54B-955A-A3EC5408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60829-84BB-FC39-DE91-7660EA0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0971-8823-46EF-8DFA-B695E07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2AAC-75C3-C2B9-3319-982470A5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83FA-98C0-099D-30EB-923F9677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ADB0-C836-D6E7-C200-3AC2F339A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8B97-FBAD-D6BA-ADCE-F180218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47BF-DA17-D79D-AE51-9E3ED2A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8DE8-C46F-CAD0-E8A4-BA7D3114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319CF-8848-0628-8C83-29365459A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BDE77-6139-1A6F-2C58-19FC87A7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3BD4-1E3E-9E35-E3F2-AE14A08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EB675-42B4-1AAB-392E-7BA201FF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4A5D-30CF-554F-2BCA-DD127E90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9A0E-6A4E-29DA-FA07-DB735659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32AD-BC23-E438-BE6D-C71D25DD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8BF2-7BB1-134C-F322-9647FE9C4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AA69-ACB7-499F-9AA9-F80A27BE20B5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6D0-12D4-A681-AB23-558AC5D5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65CC-5305-87D7-6FCD-7BECCFC2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284F1C-03C1-3D7B-6862-4200F6CAF71F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80D6FFF-9507-1073-6FCE-FC99BD19C05F}"/>
              </a:ext>
            </a:extLst>
          </p:cNvPr>
          <p:cNvSpPr/>
          <p:nvPr/>
        </p:nvSpPr>
        <p:spPr>
          <a:xfrm>
            <a:off x="102699" y="679489"/>
            <a:ext cx="4155536" cy="5928043"/>
          </a:xfrm>
          <a:prstGeom prst="roundRect">
            <a:avLst>
              <a:gd name="adj" fmla="val 400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383BB9-33DC-9DC2-9877-99F26F0F2860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สมบัติของการดำเนินการของเซต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C6565-9FD7-5813-5C7C-CA29E262E8CB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6709E0B-B240-9062-6521-9658DB540736}"/>
              </a:ext>
            </a:extLst>
          </p:cNvPr>
          <p:cNvSpPr txBox="1"/>
          <p:nvPr/>
        </p:nvSpPr>
        <p:spPr>
          <a:xfrm>
            <a:off x="43958" y="752270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สมบัติเกี่ยวกับ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5C6674-9F4A-F18B-88A6-F1E80D48240E}"/>
              </a:ext>
            </a:extLst>
          </p:cNvPr>
          <p:cNvSpPr txBox="1"/>
          <p:nvPr/>
        </p:nvSpPr>
        <p:spPr>
          <a:xfrm>
            <a:off x="-199921" y="190724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สมบัติ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B9AF0FA-6DF0-7E33-611B-B691F819661E}"/>
              </a:ext>
            </a:extLst>
          </p:cNvPr>
          <p:cNvSpPr/>
          <p:nvPr/>
        </p:nvSpPr>
        <p:spPr>
          <a:xfrm>
            <a:off x="4395853" y="679488"/>
            <a:ext cx="7693446" cy="592803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A5B48A-C718-A7B2-4CB4-873CF9DCBD3F}"/>
              </a:ext>
            </a:extLst>
          </p:cNvPr>
          <p:cNvSpPr/>
          <p:nvPr/>
        </p:nvSpPr>
        <p:spPr>
          <a:xfrm>
            <a:off x="319770" y="1248602"/>
            <a:ext cx="3309015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อินเตอร์เซคชันของเซต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9DF065-0AD6-4777-7B75-20D89E86877F}"/>
              </a:ext>
            </a:extLst>
          </p:cNvPr>
          <p:cNvSpPr/>
          <p:nvPr/>
        </p:nvSpPr>
        <p:spPr>
          <a:xfrm>
            <a:off x="3191435" y="1248602"/>
            <a:ext cx="437350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39C984E-C247-1174-E176-1CFEF60F4A91}"/>
              </a:ext>
            </a:extLst>
          </p:cNvPr>
          <p:cNvSpPr/>
          <p:nvPr/>
        </p:nvSpPr>
        <p:spPr>
          <a:xfrm flipV="1">
            <a:off x="3299012" y="1407459"/>
            <a:ext cx="218381" cy="18825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FC540E-18DB-94AD-D26F-2399D9DBD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70" y="2289028"/>
            <a:ext cx="3629308" cy="41316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795A9A-AECF-FD26-0B65-483A93399E7B}"/>
                  </a:ext>
                </a:extLst>
              </p:cNvPr>
              <p:cNvSpPr txBox="1"/>
              <p:nvPr/>
            </p:nvSpPr>
            <p:spPr>
              <a:xfrm>
                <a:off x="4639732" y="842682"/>
                <a:ext cx="7232498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ตัวอย่าง กำหนด </a:t>
                </a:r>
                <a:r>
                  <a: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U = {1, 2, 3, 4, 5, 6, 7, 8, 9, 10}  </a:t>
                </a:r>
              </a:p>
              <a:p>
                <a:r>
                  <a: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= {1, 2, 5, 7} B = {1, 4, 5, 8} </a:t>
                </a:r>
                <a:r>
                  <a: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 </a:t>
                </a:r>
                <a:r>
                  <a: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C = {5, 6, 7, </a:t>
                </a:r>
                <a:r>
                  <a: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8</a:t>
                </a:r>
                <a:r>
                  <a: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}</a:t>
                </a:r>
              </a:p>
              <a:p>
                <a:endPara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พิจารณา </a:t>
                </a:r>
                <a14:m>
                  <m:oMath xmlns:m="http://schemas.openxmlformats.org/officeDocument/2006/math">
                    <m:r>
                      <a:rPr lang="en-US" i="1"/>
                      <m:t>𝐴</m:t>
                    </m:r>
                    <m:r>
                      <a:rPr lang="en-US" i="1"/>
                      <m:t>∩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𝐵</m:t>
                        </m:r>
                        <m:r>
                          <a:rPr lang="en-US" i="1"/>
                          <m:t>∩</m:t>
                        </m:r>
                        <m:r>
                          <a:rPr lang="en-US" i="1"/>
                          <m:t>𝐶</m:t>
                        </m:r>
                      </m:e>
                    </m:d>
                  </m:oMath>
                </a14:m>
                <a:endParaRPr lang="th-TH" dirty="0">
                  <a:latin typeface="TH Sarabun New" panose="020B0500040200020003" pitchFamily="34" charset="-34"/>
                </a:endParaRPr>
              </a:p>
              <a:p>
                <a:r>
                  <a: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จาก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{5, 8}</a:t>
                </a:r>
              </a:p>
              <a:p>
                <a:r>
                  <a: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จะได้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th-TH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{5}</a:t>
                </a:r>
              </a:p>
              <a:p>
                <a:r>
                  <a: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พิจารณา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𝐴</m:t>
                        </m:r>
                        <m:r>
                          <a:rPr lang="en-US" i="1"/>
                          <m:t>∩</m:t>
                        </m:r>
                        <m:r>
                          <a:rPr lang="en-US" i="1"/>
                          <m:t>𝐵</m:t>
                        </m:r>
                      </m:e>
                    </m:d>
                    <m:r>
                      <a:rPr lang="en-US" i="1"/>
                      <m:t>∩</m:t>
                    </m:r>
                    <m:r>
                      <a:rPr lang="en-US" i="1"/>
                      <m:t>𝐶</m:t>
                    </m:r>
                  </m:oMath>
                </a14:m>
                <a:endPara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จาก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{1, 5}</a:t>
                </a:r>
              </a:p>
              <a:p>
                <a:r>
                  <a: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จะได้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= {5}</a:t>
                </a:r>
              </a:p>
              <a:p>
                <a:r>
                  <a: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th-TH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endPara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795A9A-AECF-FD26-0B65-483A93399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732" y="842682"/>
                <a:ext cx="7232498" cy="4893647"/>
              </a:xfrm>
              <a:prstGeom prst="rect">
                <a:avLst/>
              </a:prstGeom>
              <a:blipFill>
                <a:blip r:embed="rId3"/>
                <a:stretch>
                  <a:fillRect l="-1264" t="-9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49486281-D3A9-DDC9-3411-23227BABF17E}"/>
              </a:ext>
            </a:extLst>
          </p:cNvPr>
          <p:cNvGrpSpPr/>
          <p:nvPr/>
        </p:nvGrpSpPr>
        <p:grpSpPr>
          <a:xfrm>
            <a:off x="4639732" y="1740189"/>
            <a:ext cx="4761869" cy="434614"/>
            <a:chOff x="6895036" y="1713051"/>
            <a:chExt cx="4761869" cy="434614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56069C6-FE8E-9CCD-5D24-A0845BB50597}"/>
                </a:ext>
              </a:extLst>
            </p:cNvPr>
            <p:cNvSpPr/>
            <p:nvPr/>
          </p:nvSpPr>
          <p:spPr>
            <a:xfrm>
              <a:off x="10148145" y="1713051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ทั้งหมด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8413DB8-1A11-95AB-38DF-2C8B53B4B3FF}"/>
                </a:ext>
              </a:extLst>
            </p:cNvPr>
            <p:cNvSpPr/>
            <p:nvPr/>
          </p:nvSpPr>
          <p:spPr>
            <a:xfrm>
              <a:off x="6895036" y="1713054"/>
              <a:ext cx="1508760" cy="434611"/>
            </a:xfrm>
            <a:prstGeom prst="round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ก่อนหน้า</a:t>
              </a:r>
              <a:endPara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322C416C-0520-4608-7A7E-802A653E49AA}"/>
                </a:ext>
              </a:extLst>
            </p:cNvPr>
            <p:cNvSpPr/>
            <p:nvPr/>
          </p:nvSpPr>
          <p:spPr>
            <a:xfrm>
              <a:off x="8508687" y="1713052"/>
              <a:ext cx="1508760" cy="434611"/>
            </a:xfrm>
            <a:prstGeom prst="round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ถัดไป</a:t>
              </a:r>
              <a:endPara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0722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b0ce85-f7c3-4498-8b94-0d9a3229af8b}" enabled="0" method="" siteId="{7fb0ce85-f7c3-4498-8b94-0d9a3229af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131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TH Sarabun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Nattanun Tangpeerasit (Maths) Lap</dc:creator>
  <cp:lastModifiedBy>ณัฐนันท์ ตั้งพีระสิทธิ์</cp:lastModifiedBy>
  <cp:revision>4</cp:revision>
  <dcterms:created xsi:type="dcterms:W3CDTF">2026-09-18T13:51:45Z</dcterms:created>
  <dcterms:modified xsi:type="dcterms:W3CDTF">2026-09-26T12:34:11Z</dcterms:modified>
</cp:coreProperties>
</file>