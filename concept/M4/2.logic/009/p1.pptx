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4E95D9"/>
    <a:srgbClr val="18202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84EC1-DAD4-1CC8-3DF4-136144B0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4D2A52-6ABE-0C19-85F2-175C73FFFFC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75A02D-32BB-2103-7124-981FF384614C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ตารางค่าความจริง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BE92A0-EAFA-3B93-ADA9-3C8014C2C72D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F8C4B90-8AFB-059D-11E7-F32AA45E94A3}"/>
              </a:ext>
            </a:extLst>
          </p:cNvPr>
          <p:cNvGrpSpPr/>
          <p:nvPr/>
        </p:nvGrpSpPr>
        <p:grpSpPr>
          <a:xfrm>
            <a:off x="349857" y="885080"/>
            <a:ext cx="11331388" cy="1578539"/>
            <a:chOff x="349857" y="1790517"/>
            <a:chExt cx="11331388" cy="157853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1912D3-EEF1-F6BE-2EFD-CEA7BB4A9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9857" y="1790517"/>
              <a:ext cx="11331388" cy="1578539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006A9A2-8D30-E70F-9F23-B7F093910681}"/>
                </a:ext>
              </a:extLst>
            </p:cNvPr>
            <p:cNvSpPr/>
            <p:nvPr/>
          </p:nvSpPr>
          <p:spPr>
            <a:xfrm>
              <a:off x="564776" y="2214282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111CFA3-099E-10F6-6B6B-DE47A32FD08A}"/>
                </a:ext>
              </a:extLst>
            </p:cNvPr>
            <p:cNvSpPr/>
            <p:nvPr/>
          </p:nvSpPr>
          <p:spPr>
            <a:xfrm>
              <a:off x="1530873" y="2214282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9D75AAF-B1EF-6A7F-66A5-F009C847D610}"/>
                </a:ext>
              </a:extLst>
            </p:cNvPr>
            <p:cNvSpPr/>
            <p:nvPr/>
          </p:nvSpPr>
          <p:spPr>
            <a:xfrm>
              <a:off x="2353527" y="2214281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377ADEC-5524-1A3D-8726-92DC42EF8040}"/>
                </a:ext>
              </a:extLst>
            </p:cNvPr>
            <p:cNvSpPr/>
            <p:nvPr/>
          </p:nvSpPr>
          <p:spPr>
            <a:xfrm>
              <a:off x="5002887" y="2214281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∧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9B62685-BD77-0B4A-A6B2-3E1ABC932959}"/>
                </a:ext>
              </a:extLst>
            </p:cNvPr>
            <p:cNvSpPr/>
            <p:nvPr/>
          </p:nvSpPr>
          <p:spPr>
            <a:xfrm>
              <a:off x="5999837" y="2203269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∨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579ED59-2A70-33CE-C3FC-5A63271D735A}"/>
                </a:ext>
              </a:extLst>
            </p:cNvPr>
            <p:cNvSpPr/>
            <p:nvPr/>
          </p:nvSpPr>
          <p:spPr>
            <a:xfrm>
              <a:off x="7003885" y="2212233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→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852B93A-C482-9A00-01E5-BBBF4944691D}"/>
                </a:ext>
              </a:extLst>
            </p:cNvPr>
            <p:cNvSpPr/>
            <p:nvPr/>
          </p:nvSpPr>
          <p:spPr>
            <a:xfrm>
              <a:off x="7894062" y="2212233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↔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73FCF30-AC80-DBE8-EFD8-A04CA3B4FAEE}"/>
                </a:ext>
              </a:extLst>
            </p:cNvPr>
            <p:cNvSpPr/>
            <p:nvPr/>
          </p:nvSpPr>
          <p:spPr>
            <a:xfrm>
              <a:off x="8790538" y="2221196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~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948FC4B-2FFD-B7C9-00C7-0B5A9A6A7FF5}"/>
              </a:ext>
            </a:extLst>
          </p:cNvPr>
          <p:cNvSpPr/>
          <p:nvPr/>
        </p:nvSpPr>
        <p:spPr>
          <a:xfrm>
            <a:off x="386372" y="786148"/>
            <a:ext cx="11564237" cy="1823987"/>
          </a:xfrm>
          <a:prstGeom prst="roundRect">
            <a:avLst>
              <a:gd name="adj" fmla="val 4871"/>
            </a:avLst>
          </a:prstGeom>
          <a:solidFill>
            <a:srgbClr val="E8E8E8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3D4F6C6-78BE-6C36-6615-2B3A3EEAB8EE}"/>
              </a:ext>
            </a:extLst>
          </p:cNvPr>
          <p:cNvSpPr/>
          <p:nvPr/>
        </p:nvSpPr>
        <p:spPr>
          <a:xfrm>
            <a:off x="10475258" y="1864656"/>
            <a:ext cx="1030942" cy="4661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bg1"/>
                </a:solidFill>
              </a:rPr>
              <a:t>สร้าง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B51570-6F82-AB33-39F5-EC59577CBCC7}"/>
              </a:ext>
            </a:extLst>
          </p:cNvPr>
          <p:cNvSpPr/>
          <p:nvPr/>
        </p:nvSpPr>
        <p:spPr>
          <a:xfrm>
            <a:off x="3214762" y="1306796"/>
            <a:ext cx="731520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929497-8DC7-929C-7CED-94C5532E57DD}"/>
              </a:ext>
            </a:extLst>
          </p:cNvPr>
          <p:cNvSpPr/>
          <p:nvPr/>
        </p:nvSpPr>
        <p:spPr>
          <a:xfrm>
            <a:off x="9720582" y="1306795"/>
            <a:ext cx="731520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4615E9B-4F7C-FF77-299F-324E13A18F2E}"/>
              </a:ext>
            </a:extLst>
          </p:cNvPr>
          <p:cNvSpPr/>
          <p:nvPr/>
        </p:nvSpPr>
        <p:spPr>
          <a:xfrm>
            <a:off x="10588066" y="1315759"/>
            <a:ext cx="731520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DEC6BD1-AEC1-8A49-B26A-E99176FA0781}"/>
              </a:ext>
            </a:extLst>
          </p:cNvPr>
          <p:cNvSpPr/>
          <p:nvPr/>
        </p:nvSpPr>
        <p:spPr>
          <a:xfrm>
            <a:off x="4092584" y="1315759"/>
            <a:ext cx="731520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93938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94A4-9BDA-C096-C918-357AE678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3D9834-B0B6-B87B-D8D1-04073DF049B8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6267F-D47C-B2A0-2011-9CF5788E1FB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ตารางค่าความจริง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2E6A14-9A56-38D8-3808-00FBA3D5B4A5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A843C98-1978-B553-EBA3-C150993A08F4}"/>
              </a:ext>
            </a:extLst>
          </p:cNvPr>
          <p:cNvGrpSpPr/>
          <p:nvPr/>
        </p:nvGrpSpPr>
        <p:grpSpPr>
          <a:xfrm>
            <a:off x="349857" y="885080"/>
            <a:ext cx="11331388" cy="1578539"/>
            <a:chOff x="349857" y="1790517"/>
            <a:chExt cx="11331388" cy="157853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60E62B8-5907-618E-2D44-10D5B1ECF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9857" y="1790517"/>
              <a:ext cx="11331388" cy="1578539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05A7BF9-BECC-AFFB-A545-66E775279762}"/>
                </a:ext>
              </a:extLst>
            </p:cNvPr>
            <p:cNvSpPr/>
            <p:nvPr/>
          </p:nvSpPr>
          <p:spPr>
            <a:xfrm>
              <a:off x="564776" y="2214282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9B7CEB4-14A9-6645-F1B9-44AFECD784B0}"/>
                </a:ext>
              </a:extLst>
            </p:cNvPr>
            <p:cNvSpPr/>
            <p:nvPr/>
          </p:nvSpPr>
          <p:spPr>
            <a:xfrm>
              <a:off x="1530873" y="2214282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FDB8A22-F74E-AE2C-0884-96ADB6E9A0AC}"/>
                </a:ext>
              </a:extLst>
            </p:cNvPr>
            <p:cNvSpPr/>
            <p:nvPr/>
          </p:nvSpPr>
          <p:spPr>
            <a:xfrm>
              <a:off x="2353527" y="2214281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115AE8D-FD0A-1EE2-CA29-D2E7C82CCAD8}"/>
                </a:ext>
              </a:extLst>
            </p:cNvPr>
            <p:cNvSpPr/>
            <p:nvPr/>
          </p:nvSpPr>
          <p:spPr>
            <a:xfrm>
              <a:off x="5002887" y="2214281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∧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30E00EC-6974-03AB-465C-D6FBE22356F5}"/>
                </a:ext>
              </a:extLst>
            </p:cNvPr>
            <p:cNvSpPr/>
            <p:nvPr/>
          </p:nvSpPr>
          <p:spPr>
            <a:xfrm>
              <a:off x="5999837" y="2203269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∨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BF33CD9-2D6F-5730-FCB6-1F3499C44FF5}"/>
                </a:ext>
              </a:extLst>
            </p:cNvPr>
            <p:cNvSpPr/>
            <p:nvPr/>
          </p:nvSpPr>
          <p:spPr>
            <a:xfrm>
              <a:off x="7003885" y="2212233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→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19CD3FE-EFCE-2421-2681-2972D1E10B52}"/>
                </a:ext>
              </a:extLst>
            </p:cNvPr>
            <p:cNvSpPr/>
            <p:nvPr/>
          </p:nvSpPr>
          <p:spPr>
            <a:xfrm>
              <a:off x="7894062" y="2212233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↔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1830066-C778-0B49-C4F3-4E07BC5D6B1F}"/>
                </a:ext>
              </a:extLst>
            </p:cNvPr>
            <p:cNvSpPr/>
            <p:nvPr/>
          </p:nvSpPr>
          <p:spPr>
            <a:xfrm>
              <a:off x="8790538" y="2221196"/>
              <a:ext cx="731520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~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6CA0A7F-6EE8-4C71-446B-9A1CE283AAF5}"/>
              </a:ext>
            </a:extLst>
          </p:cNvPr>
          <p:cNvSpPr/>
          <p:nvPr/>
        </p:nvSpPr>
        <p:spPr>
          <a:xfrm>
            <a:off x="386372" y="786148"/>
            <a:ext cx="11564237" cy="1823987"/>
          </a:xfrm>
          <a:prstGeom prst="roundRect">
            <a:avLst>
              <a:gd name="adj" fmla="val 4871"/>
            </a:avLst>
          </a:prstGeom>
          <a:solidFill>
            <a:srgbClr val="E8E8E8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149ECD3-AAAE-A365-6C5C-2F9A3D517AF5}"/>
              </a:ext>
            </a:extLst>
          </p:cNvPr>
          <p:cNvSpPr/>
          <p:nvPr/>
        </p:nvSpPr>
        <p:spPr>
          <a:xfrm>
            <a:off x="10475258" y="1864656"/>
            <a:ext cx="1030942" cy="4661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bg1"/>
                </a:solidFill>
              </a:rPr>
              <a:t>สร้าง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37E5BB-3151-D93A-42C0-1DF7C75DCF98}"/>
              </a:ext>
            </a:extLst>
          </p:cNvPr>
          <p:cNvSpPr/>
          <p:nvPr/>
        </p:nvSpPr>
        <p:spPr>
          <a:xfrm>
            <a:off x="3214762" y="1306796"/>
            <a:ext cx="731520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74C8C26-46E5-3EF0-1E62-9504ABB0BA1D}"/>
              </a:ext>
            </a:extLst>
          </p:cNvPr>
          <p:cNvSpPr/>
          <p:nvPr/>
        </p:nvSpPr>
        <p:spPr>
          <a:xfrm>
            <a:off x="9720582" y="1306795"/>
            <a:ext cx="731520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85B8B1-915D-DCEB-9D4E-35009CAA49FA}"/>
              </a:ext>
            </a:extLst>
          </p:cNvPr>
          <p:cNvSpPr/>
          <p:nvPr/>
        </p:nvSpPr>
        <p:spPr>
          <a:xfrm>
            <a:off x="10588066" y="1315759"/>
            <a:ext cx="731520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3B1E1E-1404-407D-B6B6-A59205ADBBCE}"/>
              </a:ext>
            </a:extLst>
          </p:cNvPr>
          <p:cNvSpPr/>
          <p:nvPr/>
        </p:nvSpPr>
        <p:spPr>
          <a:xfrm>
            <a:off x="4092584" y="1315759"/>
            <a:ext cx="731520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C3A303B-5C3C-2DEA-7BD0-D6B5293F9AAC}"/>
              </a:ext>
            </a:extLst>
          </p:cNvPr>
          <p:cNvGraphicFramePr>
            <a:graphicFrameLocks noGrp="1"/>
          </p:cNvGraphicFramePr>
          <p:nvPr/>
        </p:nvGraphicFramePr>
        <p:xfrm>
          <a:off x="474227" y="3177988"/>
          <a:ext cx="7261178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93682631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099704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527021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02277667"/>
                    </a:ext>
                  </a:extLst>
                </a:gridCol>
                <a:gridCol w="1842510">
                  <a:extLst>
                    <a:ext uri="{9D8B030D-6E8A-4147-A177-3AD203B41FA5}">
                      <a16:colId xmlns:a16="http://schemas.microsoft.com/office/drawing/2014/main" val="3232580886"/>
                    </a:ext>
                  </a:extLst>
                </a:gridCol>
              </a:tblGrid>
              <a:tr h="34195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∧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∧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q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∨r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068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676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44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946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061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802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427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204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034878"/>
                  </a:ext>
                </a:extLst>
              </a:tr>
            </a:tbl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45806DDE-CD98-2BF5-D096-E361A59D8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385" y="5888552"/>
            <a:ext cx="1876687" cy="76210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A91567C-080D-A9CB-ACDE-4D44ADB5B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4002" y="2896962"/>
            <a:ext cx="619211" cy="56205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20D5A5D-9033-D938-D9F2-BA8E7E7A2E1E}"/>
              </a:ext>
            </a:extLst>
          </p:cNvPr>
          <p:cNvSpPr txBox="1"/>
          <p:nvPr/>
        </p:nvSpPr>
        <p:spPr>
          <a:xfrm>
            <a:off x="386372" y="2716306"/>
            <a:ext cx="865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กดที่กล่องเพื่อเลือกค่าความจริง และเลือกที่คอลัมน์ที่มีตัวเชื่อมเพื่อดูความสัมพันธ์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77151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81</Words>
  <Application>Microsoft Office PowerPoint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Yu Gothic</vt:lpstr>
      <vt:lpstr>Aptos</vt:lpstr>
      <vt:lpstr>Aptos Display</vt:lpstr>
      <vt:lpstr>Arial</vt:lpstr>
      <vt:lpstr>TH Sarabun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38</cp:revision>
  <dcterms:created xsi:type="dcterms:W3CDTF">2026-09-18T13:51:45Z</dcterms:created>
  <dcterms:modified xsi:type="dcterms:W3CDTF">2026-10-13T13:14:35Z</dcterms:modified>
</cp:coreProperties>
</file>