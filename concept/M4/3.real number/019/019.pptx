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6" r:id="rId2"/>
    <p:sldId id="304" r:id="rId3"/>
    <p:sldId id="305" r:id="rId4"/>
    <p:sldId id="306" r:id="rId5"/>
    <p:sldId id="307" r:id="rId6"/>
    <p:sldId id="308" r:id="rId7"/>
    <p:sldId id="30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22EE1-B397-4D80-9BC0-28D20BAC017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53812-1102-430E-B0F8-DEE0D7B74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916A2-D1C8-AFB5-FF2A-06DB5FDD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0FAE501-C11D-B036-DAEB-CD14C602FF46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6C1CDC-F2FC-343E-367D-822017AC75C1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ECA7F9-5DA0-68F4-8C8C-F1D92C6D4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2E5589-7CA6-F166-F792-099244535606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F7E468-36EB-FA1B-5D0C-6D4EB52ED0E6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D90C59-5A15-0D49-FF45-527C58044D2F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44CC361-F727-CFC3-56D9-49FB7124E2F3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4B67DF-6DBA-6848-02DA-026BAFC8B083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547583B-CE43-19C9-C63C-C19AED72D59D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38090FE-79A6-BF45-3EDC-086269BCDB35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5A45BB-56FF-090E-3B79-94FBC22AB2E7}"/>
                  </a:ext>
                </a:extLst>
              </p:cNvPr>
              <p:cNvSpPr txBox="1"/>
              <p:nvPr/>
            </p:nvSpPr>
            <p:spPr>
              <a:xfrm>
                <a:off x="461685" y="1978884"/>
                <a:ext cx="11270219" cy="5355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𝟏𝟐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ตัวประกอบของ 12 คือ </a:t>
                </a:r>
                <a14:m>
                  <m:oMath xmlns:m="http://schemas.openxmlformats.org/officeDocument/2006/math">
                    <m:r>
                      <a:rPr lang="th-TH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</m:oMath>
                </a14:m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เลือกตัวเลขที่นำไปหารสังเคราะห์และได้ผลลัพธ์เป็น 0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𝟏𝟐</m:t>
                    </m:r>
                  </m:oMath>
                </a14:m>
                <a:r>
                  <a:rPr lang="th-TH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(x - 2)(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th-TH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𝟏𝟐</m:t>
                    </m:r>
                  </m:oMath>
                </a14:m>
                <a:r>
                  <a:rPr lang="th-TH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(x - 2)(x – 2)(x + 3)</a:t>
                </a:r>
              </a:p>
              <a:p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5A45BB-56FF-090E-3B79-94FBC22A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5" y="1978884"/>
                <a:ext cx="11270219" cy="5355312"/>
              </a:xfrm>
              <a:prstGeom prst="rect">
                <a:avLst/>
              </a:prstGeom>
              <a:blipFill>
                <a:blip r:embed="rId4"/>
                <a:stretch>
                  <a:fillRect l="-865" t="-911" b="-1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2BB4F6B8-6FF5-5465-C33B-088461115560}"/>
              </a:ext>
            </a:extLst>
          </p:cNvPr>
          <p:cNvGrpSpPr/>
          <p:nvPr/>
        </p:nvGrpSpPr>
        <p:grpSpPr>
          <a:xfrm>
            <a:off x="2747684" y="3105173"/>
            <a:ext cx="4442653" cy="1268489"/>
            <a:chOff x="2738855" y="3173454"/>
            <a:chExt cx="4442653" cy="126848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D6DB0DB-9D9D-6042-7CB6-24B42C88C2E4}"/>
                </a:ext>
              </a:extLst>
            </p:cNvPr>
            <p:cNvGrpSpPr/>
            <p:nvPr/>
          </p:nvGrpSpPr>
          <p:grpSpPr>
            <a:xfrm>
              <a:off x="2738855" y="3173454"/>
              <a:ext cx="4442653" cy="722593"/>
              <a:chOff x="4081794" y="3264514"/>
              <a:chExt cx="4442653" cy="722593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FE93D7-A643-2FE7-7CE0-9B967FF39177}"/>
                  </a:ext>
                </a:extLst>
              </p:cNvPr>
              <p:cNvSpPr txBox="1"/>
              <p:nvPr/>
            </p:nvSpPr>
            <p:spPr>
              <a:xfrm>
                <a:off x="4081794" y="3264514"/>
                <a:ext cx="3492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0205E20-8CD8-9338-ED87-E357FD56A425}"/>
                  </a:ext>
                </a:extLst>
              </p:cNvPr>
              <p:cNvGrpSpPr/>
              <p:nvPr/>
            </p:nvGrpSpPr>
            <p:grpSpPr>
              <a:xfrm>
                <a:off x="4338918" y="3330500"/>
                <a:ext cx="3514164" cy="656607"/>
                <a:chOff x="4419775" y="3142365"/>
                <a:chExt cx="3514164" cy="656607"/>
              </a:xfrm>
            </p:grpSpPr>
            <p:sp>
              <p:nvSpPr>
                <p:cNvPr id="44" name="Arc 43">
                  <a:extLst>
                    <a:ext uri="{FF2B5EF4-FFF2-40B4-BE49-F238E27FC236}">
                      <a16:creationId xmlns:a16="http://schemas.microsoft.com/office/drawing/2014/main" id="{87950B88-47F4-807E-0959-CA06B4665721}"/>
                    </a:ext>
                  </a:extLst>
                </p:cNvPr>
                <p:cNvSpPr/>
                <p:nvPr/>
              </p:nvSpPr>
              <p:spPr>
                <a:xfrm flipV="1">
                  <a:off x="4419775" y="3142365"/>
                  <a:ext cx="196468" cy="656607"/>
                </a:xfrm>
                <a:prstGeom prst="arc">
                  <a:avLst>
                    <a:gd name="adj1" fmla="val 16200000"/>
                    <a:gd name="adj2" fmla="val 4945821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87DE9BD-F53C-0FCC-26E7-BC27B01738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932" y="3798972"/>
                  <a:ext cx="342200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D986BB-B308-888F-B50B-B9E963C22276}"/>
                  </a:ext>
                </a:extLst>
              </p:cNvPr>
              <p:cNvSpPr txBox="1"/>
              <p:nvPr/>
            </p:nvSpPr>
            <p:spPr>
              <a:xfrm>
                <a:off x="4573012" y="3264561"/>
                <a:ext cx="39514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	 -1	 -8	12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083A73E-9978-29CA-7C97-8F7E6FEE734A}"/>
                </a:ext>
              </a:extLst>
            </p:cNvPr>
            <p:cNvSpPr txBox="1"/>
            <p:nvPr/>
          </p:nvSpPr>
          <p:spPr>
            <a:xfrm>
              <a:off x="3192447" y="3980278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0E2874-F152-AD16-80E0-5474EBB38A29}"/>
                </a:ext>
              </a:extLst>
            </p:cNvPr>
            <p:cNvSpPr txBox="1"/>
            <p:nvPr/>
          </p:nvSpPr>
          <p:spPr>
            <a:xfrm>
              <a:off x="4210932" y="3541008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BCE217-F6C9-34B3-EE76-0A6C22526800}"/>
                </a:ext>
              </a:extLst>
            </p:cNvPr>
            <p:cNvSpPr txBox="1"/>
            <p:nvPr/>
          </p:nvSpPr>
          <p:spPr>
            <a:xfrm>
              <a:off x="4215308" y="3971661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B0411C-821D-A5DC-F75F-85AC5E5C31A2}"/>
                </a:ext>
              </a:extLst>
            </p:cNvPr>
            <p:cNvSpPr txBox="1"/>
            <p:nvPr/>
          </p:nvSpPr>
          <p:spPr>
            <a:xfrm>
              <a:off x="5021017" y="3523028"/>
              <a:ext cx="4330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54FDBF-0057-A1CE-8567-AB046FD8E44A}"/>
                </a:ext>
              </a:extLst>
            </p:cNvPr>
            <p:cNvSpPr txBox="1"/>
            <p:nvPr/>
          </p:nvSpPr>
          <p:spPr>
            <a:xfrm>
              <a:off x="5016641" y="3947882"/>
              <a:ext cx="4377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-6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D4662E-70ED-6E0D-E0B8-25DC3316946A}"/>
                </a:ext>
              </a:extLst>
            </p:cNvPr>
            <p:cNvSpPr txBox="1"/>
            <p:nvPr/>
          </p:nvSpPr>
          <p:spPr>
            <a:xfrm>
              <a:off x="5932567" y="3518008"/>
              <a:ext cx="4564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E5A856-65B1-8C1E-552E-3CEAA723A366}"/>
                </a:ext>
              </a:extLst>
            </p:cNvPr>
            <p:cNvSpPr txBox="1"/>
            <p:nvPr/>
          </p:nvSpPr>
          <p:spPr>
            <a:xfrm>
              <a:off x="5951257" y="3905604"/>
              <a:ext cx="4192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5006D0-540C-05AB-CAD1-D156A5C37DBD}"/>
                </a:ext>
              </a:extLst>
            </p:cNvPr>
            <p:cNvCxnSpPr/>
            <p:nvPr/>
          </p:nvCxnSpPr>
          <p:spPr>
            <a:xfrm flipH="1">
              <a:off x="3192447" y="4367269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A6ABD4A-1E3E-1CE1-F77B-DFC78AA0CE05}"/>
                </a:ext>
              </a:extLst>
            </p:cNvPr>
            <p:cNvCxnSpPr/>
            <p:nvPr/>
          </p:nvCxnSpPr>
          <p:spPr>
            <a:xfrm flipH="1">
              <a:off x="3192446" y="4421057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A5B7-7FEF-03B5-00CE-48C55A33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CE3040-B24D-9BFF-1F9A-F10D053044C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1231A-431B-3260-78E0-BA7DE89F968D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7551A-79B8-E168-A742-693ECA90E81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C3128D-8C0E-9B01-444B-0F36F27AF322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819EC1-C466-189F-344C-C4718E72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2D1B333-6591-6840-1D2D-A407D64CBEE8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A42667-8121-3686-7DB6-38322039EDBC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CC8794-32A7-454D-B0AA-53CAD71A4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CA1365-0C6F-8ED6-2A8A-E6244937BBBD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60568D-991A-54C2-85FB-07DA17C5ECFA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0D6D953-5332-B622-68DE-025BE41191A4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C26AF0-19D3-926D-985C-BB234FAE2E8B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8E1925-050F-F60C-E291-090B77002240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19A501-EAFA-B9CA-0037-BE1E82D3B6AE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317F1F8-B891-391F-C808-98EEFDA2DF63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C82852-2109-C642-0187-8FAE604ABB0A}"/>
                  </a:ext>
                </a:extLst>
              </p:cNvPr>
              <p:cNvSpPr txBox="1"/>
              <p:nvPr/>
            </p:nvSpPr>
            <p:spPr>
              <a:xfrm>
                <a:off x="414075" y="1978884"/>
                <a:ext cx="11270219" cy="4189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k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6 คือ </a:t>
                </a:r>
                <a14:m>
                  <m:oMath xmlns:m="http://schemas.openxmlformats.org/officeDocument/2006/math">
                    <m:r>
                      <a:rPr lang="th-TH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m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</m:oMath>
                </a14:m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𝒌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𝒎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=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เลือกตัวเลขที่นำไปหารสังเคราะห์และได้ผลลัพธ์เป็น 0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(x + 1)(2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th-TH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(x + 1)(x – 2)(2x - 3)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C82852-2109-C642-0187-8FAE604AB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75" y="1978884"/>
                <a:ext cx="11270219" cy="4189993"/>
              </a:xfrm>
              <a:prstGeom prst="rect">
                <a:avLst/>
              </a:prstGeom>
              <a:blipFill>
                <a:blip r:embed="rId4"/>
                <a:stretch>
                  <a:fillRect l="-865" t="-1164" b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CD06EB7-FC1E-165E-29C6-EFAC8F3B62DB}"/>
              </a:ext>
            </a:extLst>
          </p:cNvPr>
          <p:cNvGrpSpPr/>
          <p:nvPr/>
        </p:nvGrpSpPr>
        <p:grpSpPr>
          <a:xfrm>
            <a:off x="2654852" y="3849244"/>
            <a:ext cx="4535485" cy="1268489"/>
            <a:chOff x="2646023" y="3173454"/>
            <a:chExt cx="4535485" cy="126848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2DAFB04-5BE4-EF3E-3334-67CF300C4083}"/>
                </a:ext>
              </a:extLst>
            </p:cNvPr>
            <p:cNvGrpSpPr/>
            <p:nvPr/>
          </p:nvGrpSpPr>
          <p:grpSpPr>
            <a:xfrm>
              <a:off x="2646023" y="3173454"/>
              <a:ext cx="4535485" cy="722593"/>
              <a:chOff x="3988962" y="3264514"/>
              <a:chExt cx="4535485" cy="722593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D85946-9127-0756-0DB1-379EB00DA047}"/>
                  </a:ext>
                </a:extLst>
              </p:cNvPr>
              <p:cNvSpPr txBox="1"/>
              <p:nvPr/>
            </p:nvSpPr>
            <p:spPr>
              <a:xfrm>
                <a:off x="3988962" y="3264514"/>
                <a:ext cx="442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 </a:t>
                </a:r>
                <a:endParaRPr lang="en-US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28F2987-4ED7-22BE-5877-1774E53B28F1}"/>
                  </a:ext>
                </a:extLst>
              </p:cNvPr>
              <p:cNvGrpSpPr/>
              <p:nvPr/>
            </p:nvGrpSpPr>
            <p:grpSpPr>
              <a:xfrm>
                <a:off x="4338918" y="3330500"/>
                <a:ext cx="3514164" cy="656607"/>
                <a:chOff x="4419775" y="3142365"/>
                <a:chExt cx="3514164" cy="656607"/>
              </a:xfrm>
            </p:grpSpPr>
            <p:sp>
              <p:nvSpPr>
                <p:cNvPr id="44" name="Arc 43">
                  <a:extLst>
                    <a:ext uri="{FF2B5EF4-FFF2-40B4-BE49-F238E27FC236}">
                      <a16:creationId xmlns:a16="http://schemas.microsoft.com/office/drawing/2014/main" id="{9DE7ACD9-F194-11D2-42EC-5125E6118B08}"/>
                    </a:ext>
                  </a:extLst>
                </p:cNvPr>
                <p:cNvSpPr/>
                <p:nvPr/>
              </p:nvSpPr>
              <p:spPr>
                <a:xfrm flipV="1">
                  <a:off x="4419775" y="3142365"/>
                  <a:ext cx="196468" cy="656607"/>
                </a:xfrm>
                <a:prstGeom prst="arc">
                  <a:avLst>
                    <a:gd name="adj1" fmla="val 16200000"/>
                    <a:gd name="adj2" fmla="val 4945821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C1266D3-DA07-5B50-FDA9-31A7D31BF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932" y="3798972"/>
                  <a:ext cx="342200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142DF8-C05D-15B3-AE63-9C9F32A6052C}"/>
                  </a:ext>
                </a:extLst>
              </p:cNvPr>
              <p:cNvSpPr txBox="1"/>
              <p:nvPr/>
            </p:nvSpPr>
            <p:spPr>
              <a:xfrm>
                <a:off x="4573012" y="3264561"/>
                <a:ext cx="39514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6 </a:t>
                </a:r>
                <a:endParaRPr lang="en-US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FF29E64-DDB9-5AF0-60DE-70A4CE1B46E5}"/>
                </a:ext>
              </a:extLst>
            </p:cNvPr>
            <p:cNvSpPr txBox="1"/>
            <p:nvPr/>
          </p:nvSpPr>
          <p:spPr>
            <a:xfrm>
              <a:off x="3192447" y="3980278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 </a:t>
              </a:r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A5075F1-9174-B916-E0B7-0DECB3DCB433}"/>
                </a:ext>
              </a:extLst>
            </p:cNvPr>
            <p:cNvSpPr txBox="1"/>
            <p:nvPr/>
          </p:nvSpPr>
          <p:spPr>
            <a:xfrm>
              <a:off x="4158334" y="3541008"/>
              <a:ext cx="4377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D6B319-DA28-5678-8DF3-14EA4FA291BA}"/>
                </a:ext>
              </a:extLst>
            </p:cNvPr>
            <p:cNvSpPr txBox="1"/>
            <p:nvPr/>
          </p:nvSpPr>
          <p:spPr>
            <a:xfrm>
              <a:off x="4132978" y="3971661"/>
              <a:ext cx="5033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-7 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AD24D4-8FAF-3364-2058-A1353DC720A9}"/>
                </a:ext>
              </a:extLst>
            </p:cNvPr>
            <p:cNvSpPr txBox="1"/>
            <p:nvPr/>
          </p:nvSpPr>
          <p:spPr>
            <a:xfrm>
              <a:off x="5092737" y="3523028"/>
              <a:ext cx="4330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7 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D3D4BC-4541-699A-F3F3-D4DDBC5C6D7B}"/>
                </a:ext>
              </a:extLst>
            </p:cNvPr>
            <p:cNvSpPr txBox="1"/>
            <p:nvPr/>
          </p:nvSpPr>
          <p:spPr>
            <a:xfrm>
              <a:off x="5070431" y="3947882"/>
              <a:ext cx="4377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6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036FD7-0887-6967-69A7-0897EE52810A}"/>
                </a:ext>
              </a:extLst>
            </p:cNvPr>
            <p:cNvSpPr txBox="1"/>
            <p:nvPr/>
          </p:nvSpPr>
          <p:spPr>
            <a:xfrm>
              <a:off x="5914637" y="3518008"/>
              <a:ext cx="4564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-6 </a:t>
              </a:r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CF46CA-B81F-2D90-8BCD-9BEDD2492E50}"/>
                </a:ext>
              </a:extLst>
            </p:cNvPr>
            <p:cNvSpPr txBox="1"/>
            <p:nvPr/>
          </p:nvSpPr>
          <p:spPr>
            <a:xfrm>
              <a:off x="5951257" y="3905604"/>
              <a:ext cx="4192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060C256-F95C-2802-EF7B-38C4EFB6607D}"/>
                </a:ext>
              </a:extLst>
            </p:cNvPr>
            <p:cNvCxnSpPr/>
            <p:nvPr/>
          </p:nvCxnSpPr>
          <p:spPr>
            <a:xfrm flipH="1">
              <a:off x="3192447" y="4367269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C655236-C5FD-E89C-D661-BA588AB5945A}"/>
                </a:ext>
              </a:extLst>
            </p:cNvPr>
            <p:cNvCxnSpPr/>
            <p:nvPr/>
          </p:nvCxnSpPr>
          <p:spPr>
            <a:xfrm flipH="1">
              <a:off x="3192446" y="4421057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63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48E1-A4EE-1F37-57A2-2C2ADE46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A50A9A-00B5-9133-48C2-E7E1CC9757F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E779F-BB37-5F87-BC47-E54D9E506F6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A96910-98EB-04AE-624E-492FCA9C9C2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70D8C4-0F7A-C6A4-EBC9-B4739448225F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73DAE7-76B0-9DAD-CDB9-D93AA27A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F700264-6528-BE4B-15E8-F13B19DE57D5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84F9FA-D2D3-A5FC-5ED6-B2C4C9861467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D09E552-BB59-17C2-18C3-2B5B9AD35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83CACC-C076-85CF-A439-6A950B3BE6ED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1FDC0D-4115-A0ED-5A0C-A2CA6BD60F3A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375BF0C-29CA-EE37-0D84-687F2CBF8D1F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F16F0B-706C-03A4-48D1-DCD94F64F517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B59E16-9BA8-598B-F53D-5B2BAE3399D4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F238F7B-2534-CB9B-521D-732828AC7CB3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BC8787D-B075-5DA1-2A79-4672C544E5FE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6CF3A16-E58E-5326-1D4A-44699C5F5B2E}"/>
                  </a:ext>
                </a:extLst>
              </p:cNvPr>
              <p:cNvSpPr txBox="1"/>
              <p:nvPr/>
            </p:nvSpPr>
            <p:spPr>
              <a:xfrm>
                <a:off x="414075" y="1978884"/>
                <a:ext cx="11270219" cy="4189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k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</a:t>
                </a:r>
                <a14:m>
                  <m:oMath xmlns:m="http://schemas.openxmlformats.org/officeDocument/2006/math">
                    <m:r>
                      <a:rPr lang="th-TH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/>
                <a:r>
                  <a:rPr lang="th-TH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m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𝒌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𝒎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=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เลือกตัวเลขที่นำไปหารสังเคราะห์และได้ผลลัพธ์เป็น 0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(x - 2)(2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th-TH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</a:t>
                </a:r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(x - 2)(2x + 1)(x - 1)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6CF3A16-E58E-5326-1D4A-44699C5F5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75" y="1978884"/>
                <a:ext cx="11270219" cy="4189993"/>
              </a:xfrm>
              <a:prstGeom prst="rect">
                <a:avLst/>
              </a:prstGeom>
              <a:blipFill>
                <a:blip r:embed="rId4"/>
                <a:stretch>
                  <a:fillRect l="-865" t="-1164" b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636E8619-9DDB-0AA1-60FB-D9E609C7CF16}"/>
              </a:ext>
            </a:extLst>
          </p:cNvPr>
          <p:cNvGrpSpPr/>
          <p:nvPr/>
        </p:nvGrpSpPr>
        <p:grpSpPr>
          <a:xfrm>
            <a:off x="2654852" y="3849244"/>
            <a:ext cx="4535485" cy="1268489"/>
            <a:chOff x="2646023" y="3173454"/>
            <a:chExt cx="4535485" cy="126848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2EBFBC9-9CB9-9A5F-E0CB-E6219EBD874F}"/>
                </a:ext>
              </a:extLst>
            </p:cNvPr>
            <p:cNvGrpSpPr/>
            <p:nvPr/>
          </p:nvGrpSpPr>
          <p:grpSpPr>
            <a:xfrm>
              <a:off x="2646023" y="3173454"/>
              <a:ext cx="4535485" cy="722593"/>
              <a:chOff x="3988962" y="3264514"/>
              <a:chExt cx="4535485" cy="722593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B35D95-CEFE-AAEE-A8F2-008252FD671D}"/>
                  </a:ext>
                </a:extLst>
              </p:cNvPr>
              <p:cNvSpPr txBox="1"/>
              <p:nvPr/>
            </p:nvSpPr>
            <p:spPr>
              <a:xfrm>
                <a:off x="3988962" y="3264514"/>
                <a:ext cx="442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endParaRPr lang="en-US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62F29A3-F640-B3E5-E970-EC8989D64CF9}"/>
                  </a:ext>
                </a:extLst>
              </p:cNvPr>
              <p:cNvGrpSpPr/>
              <p:nvPr/>
            </p:nvGrpSpPr>
            <p:grpSpPr>
              <a:xfrm>
                <a:off x="4338918" y="3330500"/>
                <a:ext cx="3514164" cy="656607"/>
                <a:chOff x="4419775" y="3142365"/>
                <a:chExt cx="3514164" cy="656607"/>
              </a:xfrm>
            </p:grpSpPr>
            <p:sp>
              <p:nvSpPr>
                <p:cNvPr id="44" name="Arc 43">
                  <a:extLst>
                    <a:ext uri="{FF2B5EF4-FFF2-40B4-BE49-F238E27FC236}">
                      <a16:creationId xmlns:a16="http://schemas.microsoft.com/office/drawing/2014/main" id="{6CB9DAF7-7C29-B09F-3A6C-057A6E88EC02}"/>
                    </a:ext>
                  </a:extLst>
                </p:cNvPr>
                <p:cNvSpPr/>
                <p:nvPr/>
              </p:nvSpPr>
              <p:spPr>
                <a:xfrm flipV="1">
                  <a:off x="4419775" y="3142365"/>
                  <a:ext cx="196468" cy="656607"/>
                </a:xfrm>
                <a:prstGeom prst="arc">
                  <a:avLst>
                    <a:gd name="adj1" fmla="val 16200000"/>
                    <a:gd name="adj2" fmla="val 4945821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152E19F-C581-4E31-D734-FEEC8F0903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932" y="3798972"/>
                  <a:ext cx="342200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83F70F5-CB40-AE6C-270D-0E108185838E}"/>
                  </a:ext>
                </a:extLst>
              </p:cNvPr>
              <p:cNvSpPr txBox="1"/>
              <p:nvPr/>
            </p:nvSpPr>
            <p:spPr>
              <a:xfrm>
                <a:off x="4573012" y="3264561"/>
                <a:ext cx="39514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2 </a:t>
                </a:r>
                <a:endParaRPr lang="en-US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06EB1E-76EE-1E6F-9020-6A2047C46BDE}"/>
                </a:ext>
              </a:extLst>
            </p:cNvPr>
            <p:cNvSpPr txBox="1"/>
            <p:nvPr/>
          </p:nvSpPr>
          <p:spPr>
            <a:xfrm>
              <a:off x="3192447" y="3980278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 </a:t>
              </a:r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78580F-E8CF-7157-0E1A-5020577B8B74}"/>
                </a:ext>
              </a:extLst>
            </p:cNvPr>
            <p:cNvSpPr txBox="1"/>
            <p:nvPr/>
          </p:nvSpPr>
          <p:spPr>
            <a:xfrm>
              <a:off x="4158334" y="3541008"/>
              <a:ext cx="4377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 </a:t>
              </a:r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E2C317-1D27-1346-A86D-D8733E096B93}"/>
                </a:ext>
              </a:extLst>
            </p:cNvPr>
            <p:cNvSpPr txBox="1"/>
            <p:nvPr/>
          </p:nvSpPr>
          <p:spPr>
            <a:xfrm>
              <a:off x="4132978" y="3971661"/>
              <a:ext cx="5033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-1 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D472E74-8AA6-235E-05CB-F25AB1F3390B}"/>
                </a:ext>
              </a:extLst>
            </p:cNvPr>
            <p:cNvSpPr txBox="1"/>
            <p:nvPr/>
          </p:nvSpPr>
          <p:spPr>
            <a:xfrm>
              <a:off x="5092737" y="3523028"/>
              <a:ext cx="4330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-2 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7EDD58F-055B-EBEC-81BD-0B1863772080}"/>
                </a:ext>
              </a:extLst>
            </p:cNvPr>
            <p:cNvSpPr txBox="1"/>
            <p:nvPr/>
          </p:nvSpPr>
          <p:spPr>
            <a:xfrm>
              <a:off x="5070431" y="3947882"/>
              <a:ext cx="4377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-1 </a:t>
              </a:r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9FABC48-1D05-33B9-BD21-36A1F5F7EF07}"/>
                </a:ext>
              </a:extLst>
            </p:cNvPr>
            <p:cNvSpPr txBox="1"/>
            <p:nvPr/>
          </p:nvSpPr>
          <p:spPr>
            <a:xfrm>
              <a:off x="5914637" y="3518008"/>
              <a:ext cx="4564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-2 </a:t>
              </a:r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363E3C-D82D-A332-063E-3DE855D49740}"/>
                </a:ext>
              </a:extLst>
            </p:cNvPr>
            <p:cNvSpPr txBox="1"/>
            <p:nvPr/>
          </p:nvSpPr>
          <p:spPr>
            <a:xfrm>
              <a:off x="5951257" y="3905604"/>
              <a:ext cx="4192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AD800FA-71D7-0C2E-28A5-7C044A7FBC72}"/>
                </a:ext>
              </a:extLst>
            </p:cNvPr>
            <p:cNvCxnSpPr/>
            <p:nvPr/>
          </p:nvCxnSpPr>
          <p:spPr>
            <a:xfrm flipH="1">
              <a:off x="3192447" y="4367269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74DD049-806A-2367-A233-642BE38EFA6B}"/>
                </a:ext>
              </a:extLst>
            </p:cNvPr>
            <p:cNvCxnSpPr/>
            <p:nvPr/>
          </p:nvCxnSpPr>
          <p:spPr>
            <a:xfrm flipH="1">
              <a:off x="3192446" y="4421057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396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3259-08F3-717F-1BB9-70BB6A61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86A7BF-4F65-9758-33A5-B97638D62A9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3D34E-5AB7-6E94-9491-C83D05C50D2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A1751B-08AF-A27A-78D2-4D4D4B322E0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0107B4-2601-1C8F-362D-A39C98EBC2B7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520194-80CA-32A8-B04E-AD63EE322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0B9141F-4128-2795-5512-F6C7B8FFF0A1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7163F-76BC-2264-F2C3-F0DD62543FF9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E512C4-2902-2A1C-8581-C2B65D83A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F0A6C7-691E-C974-C1B4-4A57A46266FC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6BD9CD-A5FF-A420-33B1-9219F48FAF5D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2AE81E3-84AE-5C61-751D-4B4AA933AD93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EEE6D5-6948-7371-6C8E-2522DD9CE785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7D4DC2-867E-2D08-30EC-E55531E852DA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FE7C927-3FFC-7040-4E2A-437689289270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C6F3705-954E-E654-7E02-D6615FD1BE3A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61C406-B589-D9B4-BD6D-A0E9C1153247}"/>
                  </a:ext>
                </a:extLst>
              </p:cNvPr>
              <p:cNvSpPr txBox="1"/>
              <p:nvPr/>
            </p:nvSpPr>
            <p:spPr>
              <a:xfrm>
                <a:off x="461685" y="1978884"/>
                <a:ext cx="11270219" cy="5724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</a:t>
                </a:r>
                <a14:m>
                  <m:oMath xmlns:m="http://schemas.openxmlformats.org/officeDocument/2006/math">
                    <m:r>
                      <a:rPr lang="th-TH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4</m:t>
                    </m:r>
                  </m:oMath>
                </a14:m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เลือกตัวเลขที่นำไปหารสังเคราะห์และได้ผลลัพธ์เป็น 0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(x - 2)(x – 1)(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𝟒</m:t>
                    </m:r>
                    <m:r>
                      <a:rPr lang="en-US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(x - 2)(x – 1)(x + 2)(x – 1)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61C406-B589-D9B4-BD6D-A0E9C1153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5" y="1978884"/>
                <a:ext cx="11270219" cy="5724644"/>
              </a:xfrm>
              <a:prstGeom prst="rect">
                <a:avLst/>
              </a:prstGeom>
              <a:blipFill>
                <a:blip r:embed="rId4"/>
                <a:stretch>
                  <a:fillRect l="-865" t="-852" b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FC2EA36-D0A4-488A-BE5D-2AEEB6401550}"/>
              </a:ext>
            </a:extLst>
          </p:cNvPr>
          <p:cNvGrpSpPr/>
          <p:nvPr/>
        </p:nvGrpSpPr>
        <p:grpSpPr>
          <a:xfrm>
            <a:off x="2747684" y="3105173"/>
            <a:ext cx="4773704" cy="1821345"/>
            <a:chOff x="2747684" y="3105173"/>
            <a:chExt cx="4773704" cy="182134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6D21328-711E-3C01-6AF9-F88CAED30A47}"/>
                </a:ext>
              </a:extLst>
            </p:cNvPr>
            <p:cNvGrpSpPr/>
            <p:nvPr/>
          </p:nvGrpSpPr>
          <p:grpSpPr>
            <a:xfrm>
              <a:off x="2747684" y="3105173"/>
              <a:ext cx="4773704" cy="1821345"/>
              <a:chOff x="2738855" y="3173454"/>
              <a:chExt cx="4773704" cy="1821345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0DD32D99-FCCD-E7AE-5978-0971CD1EC9B4}"/>
                  </a:ext>
                </a:extLst>
              </p:cNvPr>
              <p:cNvGrpSpPr/>
              <p:nvPr/>
            </p:nvGrpSpPr>
            <p:grpSpPr>
              <a:xfrm>
                <a:off x="2738855" y="3173454"/>
                <a:ext cx="4773704" cy="722593"/>
                <a:chOff x="4081794" y="3264514"/>
                <a:chExt cx="4773704" cy="722593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7FB08DB-C66A-F74C-33CC-B810894204DF}"/>
                    </a:ext>
                  </a:extLst>
                </p:cNvPr>
                <p:cNvSpPr txBox="1"/>
                <p:nvPr/>
              </p:nvSpPr>
              <p:spPr>
                <a:xfrm>
                  <a:off x="4081794" y="3264514"/>
                  <a:ext cx="34928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2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endParaRPr lang="en-US" dirty="0"/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26AFF08-8963-8044-0C67-8677F7460A51}"/>
                    </a:ext>
                  </a:extLst>
                </p:cNvPr>
                <p:cNvGrpSpPr/>
                <p:nvPr/>
              </p:nvGrpSpPr>
              <p:grpSpPr>
                <a:xfrm>
                  <a:off x="4338918" y="3330500"/>
                  <a:ext cx="4238674" cy="656607"/>
                  <a:chOff x="4419775" y="3142365"/>
                  <a:chExt cx="4238674" cy="656607"/>
                </a:xfrm>
              </p:grpSpPr>
              <p:sp>
                <p:nvSpPr>
                  <p:cNvPr id="44" name="Arc 43">
                    <a:extLst>
                      <a:ext uri="{FF2B5EF4-FFF2-40B4-BE49-F238E27FC236}">
                        <a16:creationId xmlns:a16="http://schemas.microsoft.com/office/drawing/2014/main" id="{96BEE000-9FA4-391D-4904-B8B38231A7A9}"/>
                      </a:ext>
                    </a:extLst>
                  </p:cNvPr>
                  <p:cNvSpPr/>
                  <p:nvPr/>
                </p:nvSpPr>
                <p:spPr>
                  <a:xfrm flipV="1">
                    <a:off x="4419775" y="3142365"/>
                    <a:ext cx="196468" cy="656607"/>
                  </a:xfrm>
                  <a:prstGeom prst="arc">
                    <a:avLst>
                      <a:gd name="adj1" fmla="val 16200000"/>
                      <a:gd name="adj2" fmla="val 4945821"/>
                    </a:avLst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3E9EABD3-BC3A-A1FB-0C4D-FE4945F1D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1932" y="3798972"/>
                    <a:ext cx="4146517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E5602AC-9312-F534-8353-D105D7792C51}"/>
                    </a:ext>
                  </a:extLst>
                </p:cNvPr>
                <p:cNvSpPr txBox="1"/>
                <p:nvPr/>
              </p:nvSpPr>
              <p:spPr>
                <a:xfrm>
                  <a:off x="4573012" y="3264561"/>
                  <a:ext cx="42824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1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 -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2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 -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3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8	-4 </a:t>
                  </a:r>
                  <a:endParaRPr lang="en-US" dirty="0"/>
                </a:p>
              </p:txBody>
            </p:sp>
          </p:grp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4B6B182-B720-5707-54FB-138EA4861EA7}"/>
                  </a:ext>
                </a:extLst>
              </p:cNvPr>
              <p:cNvCxnSpPr/>
              <p:nvPr/>
            </p:nvCxnSpPr>
            <p:spPr>
              <a:xfrm flipH="1">
                <a:off x="3192447" y="4932048"/>
                <a:ext cx="321731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7D5FF3D-8233-22E7-EB3C-302EF3D3EFF8}"/>
                  </a:ext>
                </a:extLst>
              </p:cNvPr>
              <p:cNvCxnSpPr/>
              <p:nvPr/>
            </p:nvCxnSpPr>
            <p:spPr>
              <a:xfrm flipH="1">
                <a:off x="3192446" y="4994799"/>
                <a:ext cx="321731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C32B14-6263-6525-5178-6567422D2CAE}"/>
                </a:ext>
              </a:extLst>
            </p:cNvPr>
            <p:cNvSpPr txBox="1"/>
            <p:nvPr/>
          </p:nvSpPr>
          <p:spPr>
            <a:xfrm>
              <a:off x="3238902" y="3466493"/>
              <a:ext cx="42824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2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-6	 4 </a:t>
              </a:r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C59C451-A347-8C70-CEAA-EAA582DBF373}"/>
              </a:ext>
            </a:extLst>
          </p:cNvPr>
          <p:cNvSpPr txBox="1"/>
          <p:nvPr/>
        </p:nvSpPr>
        <p:spPr>
          <a:xfrm>
            <a:off x="3276528" y="3796487"/>
            <a:ext cx="4282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-3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	0 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D7201B-19F4-2D06-1B52-175014B810DE}"/>
              </a:ext>
            </a:extLst>
          </p:cNvPr>
          <p:cNvCxnSpPr>
            <a:cxnSpLocks/>
          </p:cNvCxnSpPr>
          <p:nvPr/>
        </p:nvCxnSpPr>
        <p:spPr>
          <a:xfrm>
            <a:off x="3088001" y="4473223"/>
            <a:ext cx="34024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9C53EFD4-329A-B89C-2A6E-BBBF25E124A4}"/>
              </a:ext>
            </a:extLst>
          </p:cNvPr>
          <p:cNvSpPr/>
          <p:nvPr/>
        </p:nvSpPr>
        <p:spPr>
          <a:xfrm flipV="1">
            <a:off x="3004808" y="3807653"/>
            <a:ext cx="196468" cy="656607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53B6BC-B5A5-9C9F-DD0B-9B66793CC1BE}"/>
              </a:ext>
            </a:extLst>
          </p:cNvPr>
          <p:cNvSpPr txBox="1"/>
          <p:nvPr/>
        </p:nvSpPr>
        <p:spPr>
          <a:xfrm>
            <a:off x="2747684" y="3784885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9E69C6-52B2-39BA-82BA-48EB0AC5A578}"/>
              </a:ext>
            </a:extLst>
          </p:cNvPr>
          <p:cNvSpPr txBox="1"/>
          <p:nvPr/>
        </p:nvSpPr>
        <p:spPr>
          <a:xfrm>
            <a:off x="3221730" y="4105658"/>
            <a:ext cx="4282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-2	  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9A2E79-58F3-9D09-78DA-92C39357266D}"/>
              </a:ext>
            </a:extLst>
          </p:cNvPr>
          <p:cNvSpPr txBox="1"/>
          <p:nvPr/>
        </p:nvSpPr>
        <p:spPr>
          <a:xfrm>
            <a:off x="3276528" y="4482187"/>
            <a:ext cx="4282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-2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	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63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9972-1CC8-7670-E149-5E899F0A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51F1E7-7A7E-D622-3218-34248B2DF62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EA081-A9EA-9A5A-A968-F39E5E268D2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D2B4FE-0695-E748-65EA-DA281AA005D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06AEE8-BD55-86CD-4959-E335785E3D3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88C974-BD78-0950-C6E4-8579A4D00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D8DBD50-A3F6-31BB-0482-6D1309589C95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A4445A-9998-7FE7-5422-788A417F9843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90154F-2A98-736D-27A5-B1EE50ADB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1DCC73-C5D4-124D-223F-9F562B0A6A8A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3BC2F1-ADB7-E404-394F-95E0A883B889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C4AA9F-9CA6-68A0-2047-BFEF9F496A17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B66DCDA-6754-9ABD-076E-1216D0296FCE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70D0F4B-6C6D-7F12-2181-309726C4C2D1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AEBC365-FAB6-006B-853D-FE6D9FA88ACF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200CFD6-CD37-F9FC-9EAC-1B68D23C1CAA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4C80E8-EE2E-A356-C2AD-B72A6F9ED3B0}"/>
                  </a:ext>
                </a:extLst>
              </p:cNvPr>
              <p:cNvSpPr txBox="1"/>
              <p:nvPr/>
            </p:nvSpPr>
            <p:spPr>
              <a:xfrm>
                <a:off x="545031" y="2125789"/>
                <a:ext cx="11270219" cy="455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/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k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/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m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จากตัวประกอบของ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 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𝒌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=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3</m:t>
                        </m:r>
                      </m:den>
                    </m:f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6</m:t>
                        </m:r>
                      </m:den>
                    </m:f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</a:t>
                </a:r>
                <a:r>
                  <a:rPr lang="th-TH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th-T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3,</m:t>
                    </m:r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</a:t>
                </a:r>
                <a:r>
                  <a:rPr lang="th-TH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6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เลือกตัวเลขที่นำไปหารสังเคราะห์และได้ผลลัพธ์เป็น 0</a:t>
                </a:r>
                <a:endPara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(x - 3)(x + 2)(6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(x - 3)(x + 2)(2x – 1)(3x + 1)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4C80E8-EE2E-A356-C2AD-B72A6F9E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31" y="2125789"/>
                <a:ext cx="11270219" cy="4559710"/>
              </a:xfrm>
              <a:prstGeom prst="rect">
                <a:avLst/>
              </a:prstGeom>
              <a:blipFill>
                <a:blip r:embed="rId4"/>
                <a:stretch>
                  <a:fillRect l="-811" t="-1070" b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B1FB7347-E7F1-EA70-52F9-E7D1DE3611E1}"/>
              </a:ext>
            </a:extLst>
          </p:cNvPr>
          <p:cNvGrpSpPr/>
          <p:nvPr/>
        </p:nvGrpSpPr>
        <p:grpSpPr>
          <a:xfrm>
            <a:off x="2877671" y="3998740"/>
            <a:ext cx="4904190" cy="1843533"/>
            <a:chOff x="2654824" y="3105173"/>
            <a:chExt cx="4904190" cy="184353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78925D-6771-B796-609C-9A8CF1E7E7EC}"/>
                </a:ext>
              </a:extLst>
            </p:cNvPr>
            <p:cNvGrpSpPr/>
            <p:nvPr/>
          </p:nvGrpSpPr>
          <p:grpSpPr>
            <a:xfrm>
              <a:off x="2747684" y="3105173"/>
              <a:ext cx="4773704" cy="1821345"/>
              <a:chOff x="2747684" y="3105173"/>
              <a:chExt cx="4773704" cy="1821345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FFAC99C-3283-D570-A9F9-2D5142DD544D}"/>
                  </a:ext>
                </a:extLst>
              </p:cNvPr>
              <p:cNvGrpSpPr/>
              <p:nvPr/>
            </p:nvGrpSpPr>
            <p:grpSpPr>
              <a:xfrm>
                <a:off x="2747684" y="3105173"/>
                <a:ext cx="4773704" cy="1821345"/>
                <a:chOff x="2738855" y="3173454"/>
                <a:chExt cx="4773704" cy="1821345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E113C825-EAC5-2248-98B6-19A6B0530535}"/>
                    </a:ext>
                  </a:extLst>
                </p:cNvPr>
                <p:cNvGrpSpPr/>
                <p:nvPr/>
              </p:nvGrpSpPr>
              <p:grpSpPr>
                <a:xfrm>
                  <a:off x="2738855" y="3173454"/>
                  <a:ext cx="4773704" cy="722593"/>
                  <a:chOff x="4081794" y="3264514"/>
                  <a:chExt cx="4773704" cy="722593"/>
                </a:xfrm>
              </p:grpSpPr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9B813423-83F2-8EEB-3210-7E9CB33C9A3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1794" y="3264514"/>
                    <a:ext cx="349281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3 </a:t>
                    </a:r>
                    <a:endParaRPr lang="en-US" dirty="0"/>
                  </a:p>
                </p:txBody>
              </p:sp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73C3CFC4-085F-7018-6FD7-29189839FFB3}"/>
                      </a:ext>
                    </a:extLst>
                  </p:cNvPr>
                  <p:cNvGrpSpPr/>
                  <p:nvPr/>
                </p:nvGrpSpPr>
                <p:grpSpPr>
                  <a:xfrm>
                    <a:off x="4338918" y="3330500"/>
                    <a:ext cx="4238674" cy="656607"/>
                    <a:chOff x="4419775" y="3142365"/>
                    <a:chExt cx="4238674" cy="656607"/>
                  </a:xfrm>
                </p:grpSpPr>
                <p:sp>
                  <p:nvSpPr>
                    <p:cNvPr id="44" name="Arc 43">
                      <a:extLst>
                        <a:ext uri="{FF2B5EF4-FFF2-40B4-BE49-F238E27FC236}">
                          <a16:creationId xmlns:a16="http://schemas.microsoft.com/office/drawing/2014/main" id="{D2BE2994-4DF2-5655-85BB-AC1FB0A0498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419775" y="3142365"/>
                      <a:ext cx="196468" cy="656607"/>
                    </a:xfrm>
                    <a:prstGeom prst="arc">
                      <a:avLst>
                        <a:gd name="adj1" fmla="val 16200000"/>
                        <a:gd name="adj2" fmla="val 4945821"/>
                      </a:avLst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45" name="Straight Connector 44">
                      <a:extLst>
                        <a:ext uri="{FF2B5EF4-FFF2-40B4-BE49-F238E27FC236}">
                          <a16:creationId xmlns:a16="http://schemas.microsoft.com/office/drawing/2014/main" id="{5D4D793C-CD6F-55E6-6930-9FCA799375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511932" y="3798972"/>
                      <a:ext cx="414651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B311AB6A-F230-5F4D-2997-FCEE30A30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573012" y="3264561"/>
                    <a:ext cx="428248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6</a:t>
                    </a:r>
                    <a:r>
                      <a:rPr lang="th-TH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	 -</a:t>
                    </a:r>
                    <a:r>
                      <a:rPr lang="en-US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7</a:t>
                    </a:r>
                    <a:r>
                      <a:rPr lang="th-TH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	 -</a:t>
                    </a:r>
                    <a:r>
                      <a:rPr lang="en-US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36</a:t>
                    </a:r>
                    <a:r>
                      <a:rPr lang="th-TH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	</a:t>
                    </a:r>
                    <a:r>
                      <a:rPr lang="en-US" sz="2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7	 6 </a:t>
                    </a:r>
                    <a:endParaRPr lang="en-US" dirty="0"/>
                  </a:p>
                </p:txBody>
              </p:sp>
            </p:grp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A815A7A8-3CCB-0575-1340-693A6FD68556}"/>
                    </a:ext>
                  </a:extLst>
                </p:cNvPr>
                <p:cNvCxnSpPr/>
                <p:nvPr/>
              </p:nvCxnSpPr>
              <p:spPr>
                <a:xfrm flipH="1">
                  <a:off x="3192447" y="4932048"/>
                  <a:ext cx="321731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2FAE0D6-92B9-D911-37F4-9F37F2F70F45}"/>
                    </a:ext>
                  </a:extLst>
                </p:cNvPr>
                <p:cNvCxnSpPr/>
                <p:nvPr/>
              </p:nvCxnSpPr>
              <p:spPr>
                <a:xfrm flipH="1">
                  <a:off x="3192446" y="4994799"/>
                  <a:ext cx="321731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0AE53A-01B1-A6AB-C5ED-F685EA322540}"/>
                  </a:ext>
                </a:extLst>
              </p:cNvPr>
              <p:cNvSpPr txBox="1"/>
              <p:nvPr/>
            </p:nvSpPr>
            <p:spPr>
              <a:xfrm>
                <a:off x="3238902" y="3466493"/>
                <a:ext cx="42824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18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33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-9	-6 </a:t>
                </a:r>
                <a:endParaRPr 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0B0156-D934-1983-8730-8F1149CF5954}"/>
                </a:ext>
              </a:extLst>
            </p:cNvPr>
            <p:cNvSpPr txBox="1"/>
            <p:nvPr/>
          </p:nvSpPr>
          <p:spPr>
            <a:xfrm>
              <a:off x="3276528" y="3796487"/>
              <a:ext cx="42824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6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11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 -3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-2	0 </a:t>
              </a:r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243F14-108D-E4B6-9A21-3449D77BA266}"/>
                </a:ext>
              </a:extLst>
            </p:cNvPr>
            <p:cNvCxnSpPr>
              <a:cxnSpLocks/>
            </p:cNvCxnSpPr>
            <p:nvPr/>
          </p:nvCxnSpPr>
          <p:spPr>
            <a:xfrm>
              <a:off x="3088001" y="4473223"/>
              <a:ext cx="41465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C1AE6633-625C-96FB-4698-E62388AA9782}"/>
                </a:ext>
              </a:extLst>
            </p:cNvPr>
            <p:cNvSpPr/>
            <p:nvPr/>
          </p:nvSpPr>
          <p:spPr>
            <a:xfrm flipV="1">
              <a:off x="3004808" y="3807653"/>
              <a:ext cx="196468" cy="656607"/>
            </a:xfrm>
            <a:prstGeom prst="arc">
              <a:avLst>
                <a:gd name="adj1" fmla="val 16200000"/>
                <a:gd name="adj2" fmla="val 4945821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C2F73C-004B-551C-D305-B9DB483028D8}"/>
                </a:ext>
              </a:extLst>
            </p:cNvPr>
            <p:cNvSpPr txBox="1"/>
            <p:nvPr/>
          </p:nvSpPr>
          <p:spPr>
            <a:xfrm>
              <a:off x="2654824" y="3784885"/>
              <a:ext cx="44214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-2 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E24C7F-2DE1-AE60-59EC-A07B3EB25F9F}"/>
                </a:ext>
              </a:extLst>
            </p:cNvPr>
            <p:cNvSpPr txBox="1"/>
            <p:nvPr/>
          </p:nvSpPr>
          <p:spPr>
            <a:xfrm>
              <a:off x="3212009" y="4094023"/>
              <a:ext cx="42824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-12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  2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2	  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4DC3F1-C5A4-9741-C149-5D303BB91B0A}"/>
                </a:ext>
              </a:extLst>
            </p:cNvPr>
            <p:cNvSpPr txBox="1"/>
            <p:nvPr/>
          </p:nvSpPr>
          <p:spPr>
            <a:xfrm>
              <a:off x="3271728" y="4487041"/>
              <a:ext cx="42824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6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-1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 -1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	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6962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6BFC-E3DA-9FEB-C4FF-814B5096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911421-7BE7-B115-57F0-8F91FE4B92F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FC5BD-6225-2E02-6CB5-90297ED9180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A9F175-829F-2AAF-19F2-A0A46417B9A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89E48E-7A94-D9B7-757A-380CFEAC8B94}"/>
              </a:ext>
            </a:extLst>
          </p:cNvPr>
          <p:cNvSpPr/>
          <p:nvPr/>
        </p:nvSpPr>
        <p:spPr>
          <a:xfrm>
            <a:off x="349857" y="1491209"/>
            <a:ext cx="11501484" cy="5287272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78BA3D-A565-E0E4-5485-FDAADCE4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314EC6-2A57-FE42-61B5-EC80E03BCCDF}"/>
                  </a:ext>
                </a:extLst>
              </p:cNvPr>
              <p:cNvSpPr txBox="1"/>
              <p:nvPr/>
            </p:nvSpPr>
            <p:spPr>
              <a:xfrm>
                <a:off x="520761" y="1709617"/>
                <a:ext cx="1127021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/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	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จะได้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314EC6-2A57-FE42-61B5-EC80E03B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61" y="1709617"/>
                <a:ext cx="11270219" cy="3416320"/>
              </a:xfrm>
              <a:prstGeom prst="rect">
                <a:avLst/>
              </a:prstGeom>
              <a:blipFill>
                <a:blip r:embed="rId3"/>
                <a:stretch>
                  <a:fillRect l="-811"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D293889-E8AE-A567-EF6A-BC0413E3C860}"/>
              </a:ext>
            </a:extLst>
          </p:cNvPr>
          <p:cNvGrpSpPr/>
          <p:nvPr/>
        </p:nvGrpSpPr>
        <p:grpSpPr>
          <a:xfrm>
            <a:off x="3164902" y="2085939"/>
            <a:ext cx="4516580" cy="1265484"/>
            <a:chOff x="2995979" y="3173501"/>
            <a:chExt cx="4516580" cy="126548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E762351-29A8-721F-0309-2709E7832FB8}"/>
                </a:ext>
              </a:extLst>
            </p:cNvPr>
            <p:cNvGrpSpPr/>
            <p:nvPr/>
          </p:nvGrpSpPr>
          <p:grpSpPr>
            <a:xfrm>
              <a:off x="2995979" y="3173501"/>
              <a:ext cx="4516580" cy="722546"/>
              <a:chOff x="4338918" y="3264561"/>
              <a:chExt cx="4516580" cy="72254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4D2CAB0-F1E8-BB8B-2624-4B972B7664EA}"/>
                  </a:ext>
                </a:extLst>
              </p:cNvPr>
              <p:cNvGrpSpPr/>
              <p:nvPr/>
            </p:nvGrpSpPr>
            <p:grpSpPr>
              <a:xfrm>
                <a:off x="4338918" y="3330500"/>
                <a:ext cx="3413784" cy="656607"/>
                <a:chOff x="4419775" y="3142365"/>
                <a:chExt cx="3413784" cy="656607"/>
              </a:xfrm>
            </p:grpSpPr>
            <p:sp>
              <p:nvSpPr>
                <p:cNvPr id="44" name="Arc 43">
                  <a:extLst>
                    <a:ext uri="{FF2B5EF4-FFF2-40B4-BE49-F238E27FC236}">
                      <a16:creationId xmlns:a16="http://schemas.microsoft.com/office/drawing/2014/main" id="{C3CF0343-4283-E32F-870A-AE2057373933}"/>
                    </a:ext>
                  </a:extLst>
                </p:cNvPr>
                <p:cNvSpPr/>
                <p:nvPr/>
              </p:nvSpPr>
              <p:spPr>
                <a:xfrm flipV="1">
                  <a:off x="4419775" y="3142365"/>
                  <a:ext cx="196468" cy="656607"/>
                </a:xfrm>
                <a:prstGeom prst="arc">
                  <a:avLst>
                    <a:gd name="adj1" fmla="val 16200000"/>
                    <a:gd name="adj2" fmla="val 4945821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3DD59305-78A3-1650-E613-E3DC154043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932" y="3798972"/>
                  <a:ext cx="332162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D386E9-10BC-816C-A8DE-C801F07D572B}"/>
                  </a:ext>
                </a:extLst>
              </p:cNvPr>
              <p:cNvSpPr txBox="1"/>
              <p:nvPr/>
            </p:nvSpPr>
            <p:spPr>
              <a:xfrm>
                <a:off x="4573012" y="3264561"/>
                <a:ext cx="42824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	  </a:t>
                </a:r>
                <a:endParaRPr lang="en-US" dirty="0"/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B54F8D6-38E0-EE8C-0E23-8E59D84DE287}"/>
                </a:ext>
              </a:extLst>
            </p:cNvPr>
            <p:cNvCxnSpPr/>
            <p:nvPr/>
          </p:nvCxnSpPr>
          <p:spPr>
            <a:xfrm flipH="1">
              <a:off x="3192447" y="4438985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74EFFED-2382-CFB7-DD9D-58274F1D3B2B}"/>
                </a:ext>
              </a:extLst>
            </p:cNvPr>
            <p:cNvCxnSpPr/>
            <p:nvPr/>
          </p:nvCxnSpPr>
          <p:spPr>
            <a:xfrm flipH="1">
              <a:off x="3192446" y="4385195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2C8BAF9-823D-734A-6B49-7560D9927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61" y="692000"/>
            <a:ext cx="2799052" cy="71603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41AC75-6BD0-4ACC-D20F-24A783F9C7CB}"/>
              </a:ext>
            </a:extLst>
          </p:cNvPr>
          <p:cNvSpPr/>
          <p:nvPr/>
        </p:nvSpPr>
        <p:spPr>
          <a:xfrm>
            <a:off x="2886635" y="215187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215120-6262-4D5C-60D6-040D77089B0F}"/>
              </a:ext>
            </a:extLst>
          </p:cNvPr>
          <p:cNvSpPr/>
          <p:nvPr/>
        </p:nvSpPr>
        <p:spPr>
          <a:xfrm>
            <a:off x="3436622" y="2913294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974619A-B4AA-092B-C23F-056EF81C395A}"/>
              </a:ext>
            </a:extLst>
          </p:cNvPr>
          <p:cNvSpPr/>
          <p:nvPr/>
        </p:nvSpPr>
        <p:spPr>
          <a:xfrm>
            <a:off x="4410635" y="2453867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FE56371-E0D1-002F-E158-3BF97D07488A}"/>
              </a:ext>
            </a:extLst>
          </p:cNvPr>
          <p:cNvSpPr/>
          <p:nvPr/>
        </p:nvSpPr>
        <p:spPr>
          <a:xfrm>
            <a:off x="6124030" y="290565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A093753-C52F-7E49-45EC-A37EC4FABFA2}"/>
              </a:ext>
            </a:extLst>
          </p:cNvPr>
          <p:cNvSpPr/>
          <p:nvPr/>
        </p:nvSpPr>
        <p:spPr>
          <a:xfrm>
            <a:off x="4410634" y="2913294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358C66E-CEBE-9408-DF89-F2EB94EEF08A}"/>
              </a:ext>
            </a:extLst>
          </p:cNvPr>
          <p:cNvSpPr/>
          <p:nvPr/>
        </p:nvSpPr>
        <p:spPr>
          <a:xfrm>
            <a:off x="5360360" y="2446899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FC824EB-B84A-A67D-5384-A8B26D79CFB8}"/>
              </a:ext>
            </a:extLst>
          </p:cNvPr>
          <p:cNvSpPr/>
          <p:nvPr/>
        </p:nvSpPr>
        <p:spPr>
          <a:xfrm>
            <a:off x="5360360" y="291355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45B8E7F-17D2-F96F-7CE3-88A35532D5B0}"/>
              </a:ext>
            </a:extLst>
          </p:cNvPr>
          <p:cNvSpPr/>
          <p:nvPr/>
        </p:nvSpPr>
        <p:spPr>
          <a:xfrm>
            <a:off x="6121158" y="2465061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1B9E847-7FB7-6E56-EDFA-5BC1B4F81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929" y="5855209"/>
            <a:ext cx="3934374" cy="828791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778FB3C-4E66-7C56-6D09-72E28A4BBAD7}"/>
              </a:ext>
            </a:extLst>
          </p:cNvPr>
          <p:cNvSpPr/>
          <p:nvPr/>
        </p:nvSpPr>
        <p:spPr>
          <a:xfrm>
            <a:off x="1721224" y="1466552"/>
            <a:ext cx="7772400" cy="411846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9BF693A-EC3D-13A9-DDEB-95432E4FD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180" y="2146624"/>
            <a:ext cx="6983858" cy="297209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2AAB2A7-5D5A-C024-A048-9E710DD8CB32}"/>
              </a:ext>
            </a:extLst>
          </p:cNvPr>
          <p:cNvSpPr txBox="1"/>
          <p:nvPr/>
        </p:nvSpPr>
        <p:spPr>
          <a:xfrm>
            <a:off x="1994113" y="1626444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สูตรการแยกตัวประกอบ</a:t>
            </a:r>
            <a:endParaRPr lang="en-US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40D657F-5075-879E-A3E1-0CB812E066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6079" y="1548544"/>
            <a:ext cx="562053" cy="52394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E0E7451-FF07-A3E5-E497-5825E5D270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9539" y="1532608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9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7FF2-7CD2-E98B-3C57-283BC492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A66CF2-8B0E-0AA2-D579-59D859D5E3B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D2145-FEAB-4D15-3F49-D2C0E2988FF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8E7D30-1F19-0948-0255-A118AE2E135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92ED7C-AC84-DD03-F35D-C9692F8CD18D}"/>
              </a:ext>
            </a:extLst>
          </p:cNvPr>
          <p:cNvSpPr/>
          <p:nvPr/>
        </p:nvSpPr>
        <p:spPr>
          <a:xfrm>
            <a:off x="349857" y="1491209"/>
            <a:ext cx="11501484" cy="5287272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5DF99E-7CB3-6829-70E7-A9F2BC2D5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C65E363-19D7-7BC0-5CA5-FC44F6A52174}"/>
                  </a:ext>
                </a:extLst>
              </p:cNvPr>
              <p:cNvSpPr txBox="1"/>
              <p:nvPr/>
            </p:nvSpPr>
            <p:spPr>
              <a:xfrm>
                <a:off x="520761" y="1709617"/>
                <a:ext cx="1127021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แยกตัวประกอบพหุนาม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</m:oMath>
                </a14:m>
                <a:endPara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วิธีทำ	หารสังเคราะห์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จะได้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endParaRPr lang="en-US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C65E363-19D7-7BC0-5CA5-FC44F6A52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61" y="1709617"/>
                <a:ext cx="11270219" cy="3416320"/>
              </a:xfrm>
              <a:prstGeom prst="rect">
                <a:avLst/>
              </a:prstGeom>
              <a:blipFill>
                <a:blip r:embed="rId3"/>
                <a:stretch>
                  <a:fillRect l="-811"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DFDF372-BCE3-0110-7B48-B2CFCA995CC6}"/>
              </a:ext>
            </a:extLst>
          </p:cNvPr>
          <p:cNvGrpSpPr/>
          <p:nvPr/>
        </p:nvGrpSpPr>
        <p:grpSpPr>
          <a:xfrm>
            <a:off x="3164902" y="2085939"/>
            <a:ext cx="4516580" cy="1265484"/>
            <a:chOff x="2995979" y="3173501"/>
            <a:chExt cx="4516580" cy="126548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BFFFAD3-C5C0-8695-E849-5B50DF71FDD2}"/>
                </a:ext>
              </a:extLst>
            </p:cNvPr>
            <p:cNvGrpSpPr/>
            <p:nvPr/>
          </p:nvGrpSpPr>
          <p:grpSpPr>
            <a:xfrm>
              <a:off x="2995979" y="3173501"/>
              <a:ext cx="4516580" cy="722546"/>
              <a:chOff x="4338918" y="3264561"/>
              <a:chExt cx="4516580" cy="72254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B158A6A-4850-9FC0-62A4-302ACB5AE1F5}"/>
                  </a:ext>
                </a:extLst>
              </p:cNvPr>
              <p:cNvGrpSpPr/>
              <p:nvPr/>
            </p:nvGrpSpPr>
            <p:grpSpPr>
              <a:xfrm>
                <a:off x="4338918" y="3330500"/>
                <a:ext cx="3413784" cy="656607"/>
                <a:chOff x="4419775" y="3142365"/>
                <a:chExt cx="3413784" cy="656607"/>
              </a:xfrm>
            </p:grpSpPr>
            <p:sp>
              <p:nvSpPr>
                <p:cNvPr id="44" name="Arc 43">
                  <a:extLst>
                    <a:ext uri="{FF2B5EF4-FFF2-40B4-BE49-F238E27FC236}">
                      <a16:creationId xmlns:a16="http://schemas.microsoft.com/office/drawing/2014/main" id="{E6347EFF-CCFF-B603-0714-0382950FE9F2}"/>
                    </a:ext>
                  </a:extLst>
                </p:cNvPr>
                <p:cNvSpPr/>
                <p:nvPr/>
              </p:nvSpPr>
              <p:spPr>
                <a:xfrm flipV="1">
                  <a:off x="4419775" y="3142365"/>
                  <a:ext cx="196468" cy="656607"/>
                </a:xfrm>
                <a:prstGeom prst="arc">
                  <a:avLst>
                    <a:gd name="adj1" fmla="val 16200000"/>
                    <a:gd name="adj2" fmla="val 4945821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0E40D84-F786-4F7F-D013-5268B41B52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932" y="3798972"/>
                  <a:ext cx="332162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DBF9EF9-81C3-E909-414E-DD7938BAC254}"/>
                  </a:ext>
                </a:extLst>
              </p:cNvPr>
              <p:cNvSpPr txBox="1"/>
              <p:nvPr/>
            </p:nvSpPr>
            <p:spPr>
              <a:xfrm>
                <a:off x="4573012" y="3264561"/>
                <a:ext cx="42824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	  </a:t>
                </a:r>
                <a:endParaRPr lang="en-US" dirty="0"/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E168FBC-64B2-B8EA-EE2B-0724CC2B70C4}"/>
                </a:ext>
              </a:extLst>
            </p:cNvPr>
            <p:cNvCxnSpPr/>
            <p:nvPr/>
          </p:nvCxnSpPr>
          <p:spPr>
            <a:xfrm flipH="1">
              <a:off x="3192447" y="4438985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CA7D39E-E8FF-9734-D090-891150A8167F}"/>
                </a:ext>
              </a:extLst>
            </p:cNvPr>
            <p:cNvCxnSpPr/>
            <p:nvPr/>
          </p:nvCxnSpPr>
          <p:spPr>
            <a:xfrm flipH="1">
              <a:off x="3192446" y="4385195"/>
              <a:ext cx="32173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6767D-8DB3-7E30-9779-326A977E1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61" y="692000"/>
            <a:ext cx="2799052" cy="71603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EAC5D0-1B57-29C6-1E9A-F6F642C5696C}"/>
              </a:ext>
            </a:extLst>
          </p:cNvPr>
          <p:cNvSpPr/>
          <p:nvPr/>
        </p:nvSpPr>
        <p:spPr>
          <a:xfrm>
            <a:off x="2886635" y="215187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325C10A-CD25-7236-60A6-1A3D2A5728F5}"/>
              </a:ext>
            </a:extLst>
          </p:cNvPr>
          <p:cNvSpPr/>
          <p:nvPr/>
        </p:nvSpPr>
        <p:spPr>
          <a:xfrm>
            <a:off x="3436622" y="2913294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23FFF80-F225-EF19-7FB7-CAD1ADCE243F}"/>
              </a:ext>
            </a:extLst>
          </p:cNvPr>
          <p:cNvSpPr/>
          <p:nvPr/>
        </p:nvSpPr>
        <p:spPr>
          <a:xfrm>
            <a:off x="4410635" y="2453867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06C8C12-9532-38B5-DFFE-7C6CED9B9F2B}"/>
              </a:ext>
            </a:extLst>
          </p:cNvPr>
          <p:cNvSpPr/>
          <p:nvPr/>
        </p:nvSpPr>
        <p:spPr>
          <a:xfrm>
            <a:off x="6124030" y="290565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02DE89B-1855-AA14-A0B4-A4B69ADBF37D}"/>
              </a:ext>
            </a:extLst>
          </p:cNvPr>
          <p:cNvSpPr/>
          <p:nvPr/>
        </p:nvSpPr>
        <p:spPr>
          <a:xfrm>
            <a:off x="4410634" y="2913294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44AC725-6D49-D467-3312-5A62ADA36D9D}"/>
              </a:ext>
            </a:extLst>
          </p:cNvPr>
          <p:cNvSpPr/>
          <p:nvPr/>
        </p:nvSpPr>
        <p:spPr>
          <a:xfrm>
            <a:off x="5360360" y="2446899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F3B940D-4DBF-749E-7CFE-09465EE04114}"/>
              </a:ext>
            </a:extLst>
          </p:cNvPr>
          <p:cNvSpPr/>
          <p:nvPr/>
        </p:nvSpPr>
        <p:spPr>
          <a:xfrm>
            <a:off x="5360360" y="2913558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834625B-2DA9-D18D-8992-4083D7A8E452}"/>
              </a:ext>
            </a:extLst>
          </p:cNvPr>
          <p:cNvSpPr/>
          <p:nvPr/>
        </p:nvSpPr>
        <p:spPr>
          <a:xfrm>
            <a:off x="6121158" y="2465061"/>
            <a:ext cx="312145" cy="312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D045EB1-BF15-012D-881A-C5F061F45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929" y="5855209"/>
            <a:ext cx="3934374" cy="82879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2EE7218-2C20-5D71-F1E7-5403FF7CB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9539" y="1532608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2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995</Words>
  <Application>Microsoft Office PowerPoint</Application>
  <PresentationFormat>Widescreen</PresentationFormat>
  <Paragraphs>144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125</cp:revision>
  <dcterms:created xsi:type="dcterms:W3CDTF">2026-09-18T13:51:45Z</dcterms:created>
  <dcterms:modified xsi:type="dcterms:W3CDTF">2026-10-24T15:56:22Z</dcterms:modified>
</cp:coreProperties>
</file>