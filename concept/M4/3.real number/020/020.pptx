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310" r:id="rId3"/>
    <p:sldId id="311" r:id="rId4"/>
    <p:sldId id="312" r:id="rId5"/>
    <p:sldId id="313" r:id="rId6"/>
    <p:sldId id="315" r:id="rId7"/>
    <p:sldId id="314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22EE1-B397-4D80-9BC0-28D20BAC017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53812-1102-430E-B0F8-DEE0D7B74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C024-7D17-66ED-AD09-0B69DD6F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8544C-0F95-9887-74A0-5BEF8DEADD7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47301-8C6A-9181-E0BC-0BBA6B4FB98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817CF-21AE-BE10-EFDF-5B703AA1F5E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ECA6B-7599-D682-3960-2E9DB8609CA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916A2-D1C8-AFB5-FF2A-06DB5FDD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0FAE501-C11D-B036-DAEB-CD14C602FF46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6C1CDC-F2FC-343E-367D-822017AC75C1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ECA7F9-5DA0-68F4-8C8C-F1D92C6D4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2E5589-7CA6-F166-F792-099244535606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F7E468-36EB-FA1B-5D0C-6D4EB52ED0E6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D90C59-5A15-0D49-FF45-527C58044D2F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44CC361-F727-CFC3-56D9-49FB7124E2F3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4B67DF-6DBA-6848-02DA-026BAFC8B083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547583B-CE43-19C9-C63C-C19AED72D59D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38090FE-79A6-BF45-3EDC-086269BCDB35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F12866-D590-9262-D781-65487C51FB09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BA6C7-C4B7-C159-5FA3-DAE677DD3069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6F037-3FF5-D6CE-FB84-54D9360CA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62" y="2035038"/>
            <a:ext cx="682085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B3C6-3D9C-CE38-F113-4441BE31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F1A90D-9885-0B4E-9A6B-BE60D30A527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1738C-564F-7592-206D-6097F2B15DC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38EF6D-C470-60B0-060F-0757AF1B355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166FE1-D8F3-A6B3-6B84-1626217F70A8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F900C7-1ED6-61AF-EFB9-449F64995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751212-669F-B6BC-ABFA-9E226B301ADC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4B392A-974A-7E78-8D46-C0B12252915B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A4007F5-8B4D-32BB-B4E1-5841BD5B8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C42634-8DA8-B03C-7F88-F18C68C85E64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700016-A47B-BA67-3A3A-580AA6E9E7C7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3B4C74-38C0-CF0D-94EE-8CC2FA666193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59B923-A450-EA30-29E1-984E96F17669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3314D21-9EA0-4085-006C-8F69BA6AA846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685E29C-53FE-128F-AA1D-309FF3DB884B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3A2E595-DDE5-1CAB-6D2E-494F7FA2F825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4A7713-1F9D-F805-5D3E-F41793BA369C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99924-9E92-142D-64A7-0C6768AAF634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EEBA1C-854E-AB9E-56FB-CED397274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05" y="2023586"/>
            <a:ext cx="7230484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8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A5BB-6121-9915-2F1A-A12C170E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02974-AF2B-A378-778D-080BA26196F3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1D6D0-7952-7A61-28C3-2AFA2084B9C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7EEAEE-C3E8-7EC2-5D56-66752E50A80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5668AA-00B5-0583-0302-62AC3C7834A0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45C35F-02A1-069E-AEDA-889FCDB98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996FE0B-AECD-1A47-985A-40EDE572BFB0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CC200E-4D67-3408-DD5B-782F7B4D2B78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135A45C-298D-D0BB-3F4A-8C9AD4160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CC9B5F-5602-7C44-99DB-A86547D17CAD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4FF0F8-B4C2-D59A-0BA6-B62549411A14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6C8FBCF-1024-444C-FE2D-509020291E59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DDB191-74E7-AD4B-70C5-1AB3BAE42CE2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FFBCA1C-328C-6555-1A4F-BADFB2A7065D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9FA952-996D-7E9E-2860-BE4D074566C4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D8F6A4C-5C6B-14C0-6F70-FB145F875147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9F1A4A-6F59-3940-2BE1-79558FBCA0F6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A9F43-92C2-3F14-EE09-A156257CC61B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DA0D2B-1087-4F64-E7E5-5EB23EC9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65" y="1978884"/>
            <a:ext cx="7125694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4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2AD2C-19A1-A8C4-6CF3-2702A0FA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6B90BD-CEBB-A089-40CD-7D6D816E196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4828B-A146-ABAF-9F1A-285A5311239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982AE0-FF2B-9E6C-24F3-908E640B771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E63657-6AB0-3E8F-4657-1A6768B2F28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905CF4-2CA3-BC8B-0A42-A235AEFCA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8091A85-58F6-8DAB-8BB9-3AB4053B6A3C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9A936D-466A-CAB1-EECC-6596FD48BCE0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9CCFFD-816A-4540-82A5-1AEEFDB96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7F78CC-A429-C9C9-1294-55180A3F64A8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F849EE-A7EF-68F9-93B3-F4BD355899C6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88C3CDA-044A-CE67-4FBC-12271946AE04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67165F-16AA-73DD-02B0-457C8D243648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24ECDC-A14B-D1EB-5F20-48F3704602CE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C834380-CD17-97AB-D51B-D697B2A24853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61EA42D-DD3D-849B-32BD-FB51E33B4DD7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C1BA79-F4EB-74D7-CB56-B1B2B6730DB2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0015D-4643-F638-0FB8-E80D492F3923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8F02F0-7DD5-4159-4118-5D81230C0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76" y="1927059"/>
            <a:ext cx="8907118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9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04D2-21A7-5E21-8AD2-7026ADD8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21C614-8A94-8A32-F9F1-F394208E81C6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CC882-E523-2EF6-281F-5F864E49E56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65BE6C-F177-A463-0119-1F273AE3ECA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6DCED2-02AD-31B7-E0F5-335B056D4BCD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2407A9-F4C7-A80F-6FF6-F39028DD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ECE66CD-0560-3935-10E0-249C6851C3F5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9D6D0F-B159-0A5A-F60A-593768D58F04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150BCA-7FC7-DD97-9818-0A31A12E5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8163FF-157F-8B92-41AB-32CCD3F79A7F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19D0BA-5306-29FE-5D7E-83879D723D88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6839531-3053-7AAC-AF27-1C147EE981E2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C0F3AF9-EB06-FF55-2301-574FD3F423DC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7D1CAFF-3C25-7C60-4BDE-992D3FF67855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C1A0F13-9FBC-BB89-415C-B5FBB653987C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2CFC375-4829-EB61-A100-14442253708F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8614E-01EC-B771-52F8-6FB94CB95CFB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8DC26-5128-D5E8-2CEA-6043CB57F927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3FB484-497B-51CA-304E-2B46B60F0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45" y="1862731"/>
            <a:ext cx="10395052" cy="486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7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BBED-2A63-C5B5-DDE0-7375A93F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5D489-CB5C-AC47-0090-AF3E5DC3E7C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75E9B-6255-354C-2A87-86323EB7D4DD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A01BF3-3982-590B-F396-8DB4B3130BE8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76C122-6247-1F2C-53AC-FABC80A5722E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677EE-9989-8F6D-C51B-CCCA73F0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FAC8A09-9F5A-C408-039C-F89481501A6A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DEEB792-98F1-F459-63E9-38841D139E33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9DE2DB9-DEC1-FAD3-184A-9CF6ED829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5001D2-395F-9837-3D9E-786B95C68827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98D277-6432-54DA-BE50-3EE68B3FAEDF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CC9804-3897-5F2C-7202-E061DCBAA5A6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7289F6-ACDC-A830-C6E0-6EAC8016F533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3505A2F-7F4A-48BD-3A4F-A9641CFE1B9E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DD0ACA-1470-B16E-8A66-A7B7A70E77DA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5EB3DD-309B-E8A0-7654-1856934D2096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8414D0-D2CE-57F4-6B23-FCD62E820A30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การจัดรูปกำลังสองสมบูรณ์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B3A53-6AFD-B590-58B0-E95957ADF991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33B3A8-091F-B969-82A7-DBB6E1089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14" y="1937632"/>
            <a:ext cx="5686586" cy="424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7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93ED0-347F-1C90-B439-EC468EBB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FDB92C-8B5D-6D65-A7D1-AF8A5145A40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E74C5-8EEC-29BD-EDBA-ECB64357C61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CD584B-B23D-9033-A984-5D2ED9950AB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0C47CD-A89E-D11C-1A89-8B6D82C82CB3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07BB7C-B7AA-E4A2-AB4D-99DFEC85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99A64AB-6DD5-40CD-A9BC-4AAE70A20081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42FD6A-53F7-AA9A-328E-227F3113619E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DFCC5B4-51DE-32C6-6DFA-8C7CC57C2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5C12F9-E4E7-B8DD-0C56-2FB837F0E981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580D00C-6E25-FAC4-2A96-C439BF6720F8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56F753-EFED-B1C7-6075-BAE22F959102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225C1F-F7A5-6845-3485-840434472D77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83B4ABE-8872-CC73-4CEF-C65AB8ABF5B8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091A928-C81F-59D9-0665-290765092EB4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084582-A2C1-875E-4F0C-8C2B0069B8E2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D13F30A-2FAD-CBFB-6D2B-4C62FD05F808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05C8C9-8722-59F0-1111-BDFC4B3AE6EA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การจัดรูปกำลังสองสมบูรณ์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2F823-231E-AA1B-CF47-CF2FF2808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68" y="1862731"/>
            <a:ext cx="5985919" cy="452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F51F-E769-66A5-6DDB-F678F497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FF3860-B7BA-97B6-5CCA-0FC1411795C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C4079-F5C2-6064-4B0D-B8927D6C111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004D11-56EE-1F20-551B-C0D35E6C852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C8E113-1E4A-198F-45A7-80ADD952F930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CD1DFC-6689-1C96-4DBE-A8B35FB4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CC4AEDC-8925-E40F-5069-D2342F01DF47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C67134-75AA-336E-B269-B0FD79439F37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380D8C1-FE85-00C7-80D5-B87EBE889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1304D1-2BDD-976E-3091-B3B321C9E0CD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1B160C-41A7-7FB0-E71C-0F1E2AC91E74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E6AC18D-0B91-5409-608A-BAED92DE62AB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58442F7-1302-8527-1406-F9FF1CF68CC6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08F3B93-21B6-DD12-68F6-10292FD65E3E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FB613EA-7043-D17D-6197-506FD096F7C9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8081534-796B-2FE7-A232-09F4D58FBF4A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922B066-3403-42FE-8C49-1943652D7023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88FFC8-38B6-D6E1-31A7-784DB0E8613C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การจัดรูปกำลังสองสมบูรณ์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DF032A-B283-63F7-BB63-7ADA8152C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52" y="1862731"/>
            <a:ext cx="5712066" cy="443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1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3E507-760F-3E1B-F451-196863F2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EB27B5-DCA4-C26C-36B5-4436C01F821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591AF-D3A1-AF1A-71E4-629C48E02575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1B497-2C84-3EDD-E298-853AA5EC673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7F84BB-15C6-59BA-990C-824A806F5067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CAFA4F-AE1F-0B2F-C6A3-9F16011C0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D41755D-BC13-99B5-8B87-A96B2A6EBB69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3C0F79-53CC-3F25-17E6-4DF58C30B70C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AACFCF9-F2B8-89D3-2EC6-8F78EC409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247A78-552B-B57A-F7BD-3D92804A5D60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51586D-E34D-4DE7-CEE9-861AE9E1A1EB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6457C75-C90C-D4C3-1E3F-2ACAA23BC290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5EAAA14-266A-E04B-613D-480629BD8A66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327C99F-1FCD-600C-5123-81474895FB63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F584D4-8CC4-386D-EDDE-E5220E502D95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74078D-FD47-FF41-4383-427B858ECCE5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12AB75-7AF7-67FF-FCE1-FA26F97CC748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A44928-EE59-88C0-B4F2-406A186D0188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การจัดรูปกำลังสองสมบูรณ์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3A71F-B56A-D5FB-C9FF-4BB2307DD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86" y="1958377"/>
            <a:ext cx="5075385" cy="462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6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227B-B49C-62CC-2BBF-88D19970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67AD59-84E9-7560-5D64-B103CAB33F8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0B452-1551-0F41-F755-D332F340F42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44F27F-5C91-E603-84B1-5FE9FDE9763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E64EC0-9870-D652-C7F2-AABE4479DBA9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E4B2DD-BF06-6D54-9F15-F2F02A5C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2667ABA-EBCE-EF96-FDED-A7C526ADE9B9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059F74-89C7-FB5C-2F91-B03180F68B1D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9185AA0-5B3F-E895-BCF8-16620FC72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0E8978-DB34-845E-5734-66F8076EA1BB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B2E33B-526F-35EC-0C67-1509A3B201D9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A4583E9-C91C-C428-BBC1-8940209F27B6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12F2AD-19CC-B4A1-CD61-E2BF463162AB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3689841-ECB4-9B5B-A48C-E61AD4F08D4D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06F7992-321A-3D6E-9936-E9F7DF9A0FBB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7D046DA-5D49-5B84-0A84-F2279A919EAD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164991C-F941-093E-AA11-24047EE8EA97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62D985-A978-8CAB-F56A-986A3EA7AEA3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การจัดรูปกำลังสองสมบูรณ์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EB740D-C0AB-6916-4295-999A11BBA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15" y="1927059"/>
            <a:ext cx="5775403" cy="471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80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0D96-F925-DF5E-E4B7-6C0BDE40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E1B0E3-8071-B45E-E3D1-61729279B22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37AC4-6917-7692-69D6-9016FDA22C7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41B48D-587F-8A2D-A48C-C52786C73A9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C3D7E7-8BAA-6B02-CE5C-3B0AC6C68D28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873328-E08A-1277-9BA3-F451706C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726F6B3-6561-8D94-0220-F63BC2794057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EBE28A-7A91-C16C-AF64-B6B4F7CF9EDE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D48AD46-B8CE-4874-E248-6E9CA1BC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43A664-B181-2031-D162-32392BA54CAC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ABCF79-3F58-F728-6396-019F17B13CB5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7B0F77-33BE-37FD-F297-F1B91FCF33B7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F7DD425-5BC2-D094-A2E3-783CBD0B5228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03A036E-AD5D-1471-10BE-9F850165632B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4FA9ADD-20A1-6193-811B-FA84FDA63BD4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52B7915-4B60-4BE6-5119-DB90D21C43B5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AEFE74-1E3A-5B94-42A6-4C2910E6CA16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การใช้สูตร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D7835-FC38-9172-5A48-F1A4ECF3E4D5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88F2EA-769D-2212-4B88-D452C44E9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26" y="1937632"/>
            <a:ext cx="6129913" cy="45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0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5F48-72A2-5786-6C88-C6F9ACFE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43813B-E60C-A0C7-138E-5994E6E8866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29753-C07E-C7B2-4E9F-3BDAFC2501D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63BAEB-F400-B9F1-1255-694977112FE2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FEC94A-1C02-50B9-8B49-324A3904BD0B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9D6F85-0642-052E-B6A0-579F26E0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DA10C2E-FE53-A8F2-9C72-8E4F54C70F43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657B8D-3AD2-DD3C-73F8-1B0BE11DB07F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D61559D-5722-F36F-B24D-7A9590C2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D6F80A-1B13-781D-9740-CEC08601B0A4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78E8A9-A700-5F6F-C434-70C16A4FF325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918D66C-0D17-34C1-AA38-69E257387BC4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FE3C05-9CA5-8687-3285-DAA6571FA1DF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B80265B-E013-24C2-9FFE-7F811210B516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F2D1ED5-3F4F-1DF7-D3D8-970295CB6D6D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37BCCCE-C75B-F1D3-CC61-7EEAFA996A6D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218CEC6-4652-7514-FBB6-7A3616BD4741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C8B036-11DD-C0CC-6521-A63FCE34E637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การใช้สูตร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C3BE4F-F0DD-4D10-0064-B891F2831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99" y="1978884"/>
            <a:ext cx="5627496" cy="470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2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B1C0-9EED-E9ED-AAC5-0410C447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553DE1-86AA-5FA7-D769-BCAB8A33FA2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45164-FBD2-C747-8F78-E7CBAE9F140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E0BBBA-E1D4-49F0-0A72-2D3F9BF6E00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B0E2E5-804F-F173-D3E9-C59828C2854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126416-E3AB-877A-CB76-2483616E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AD8B4D0-19BE-E2E7-B79A-B180443CA690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7096BF-57F9-757E-C5DF-848C86B23128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1491847-774A-DD32-4EBF-F8E0C2C79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085D95-67B5-D944-7A65-ECC9AEE9D754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919FAD-32EF-B574-5534-6F2EFB1AFBCF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0E6FF5E-01DC-0304-2B16-7564FF800CEC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4E5D59A-301A-F48E-B04E-5A6E4927BD53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A3B4A1E-7CDD-CACB-BB75-9440ABDCE926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DB65DF-3CF4-94E4-1B5E-2541D33AA975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6CC1196-2E8D-1A8F-7F5D-1CD0666437B6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D42840D-CD49-5669-FD7E-D1CD7CCC3AC5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7A52D3-BBE9-8D15-70B1-46DDFB7B1D00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การใช้สูตร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7C3CDF-DA86-9EBB-4231-2830B54B8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84" y="1853400"/>
            <a:ext cx="5592329" cy="490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5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B486-BEE6-2081-531F-0E785B16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D123CC-C0A1-E8B1-910F-345B28EC3DD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FBED9-43C4-35A9-3B1B-BD8CDBFB8AF3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DE767E-053F-048B-81E2-7D8A01008AE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7FB50-A20F-49B5-4637-2EC1D9764A8D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9C3E2F-4299-9CC2-C349-BE81DA15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13D9B1A-483B-7676-596E-FD6D7F5843D1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04660B-D305-AE81-D5AE-BDBFD30F5CC9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727261D-114B-BD88-CB32-AEFA4ED0C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AC9695-51FA-D50C-3A01-61F24E547EB1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4762F6-7910-F71F-D67A-AB2F41EA369D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4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3CB1FE3-B536-8848-53CC-7FA07B7BD011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BD5353-637A-A1FB-1956-2223AD36EA97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319E21E-A6BC-3001-8E80-E50E6A1544E8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56DDBA5-0ED7-5A86-B49A-6D159B1BC021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0213F7A-985A-42BD-CE5F-E9B07567EC7D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E493AC7-C96B-1597-A6FC-534FCFA7BB8B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76EC9F-F1A5-F57B-CEC1-A5D397D2BDAE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การใช้สูตร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3DACEF-DD94-2E06-8C02-8048DC59F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5" y="2064948"/>
            <a:ext cx="5439237" cy="444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0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FC5E-A047-446C-5B0D-582C7CCE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7CE7D5-27D6-AEDB-FF6D-C6DC70D04213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027D3-0F7A-3D8E-6AC8-FB515204CC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D2B4A2-D821-7BB8-B21D-6B79A07E2D79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93E187-A676-CA52-F70E-2EFA5EBFB69B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89500C-1D3E-418D-A388-0E58EA1B5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8E8681E-D156-372F-264F-34566306841F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5B2BCD-868F-C951-4C70-7CF7A996DC7F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A823FE0-8C92-A3D3-2685-A8999859F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0C09769-D751-9DCB-8FC1-3EA3DE93ADAB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D4657F-3430-7B95-B612-93460398895A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5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FDC592F-31E2-B42F-0530-7BA5553EBCE7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71A14D-086D-8CB5-BC7A-2042625536C5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F1BCEAB-8C2F-09FA-FCAF-820A6558676E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E1A6EA3-6BBC-5D4B-8A5E-31D99A86DBD1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98547E6-E44B-F627-F1A4-E330EBE93C3E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9CC19F8-0C81-4792-1E36-139DB81C5840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D07A80-91A2-CB9F-ED73-AF979BCE4800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การใช้สูตร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CAFB55-220A-D44D-E342-6E7B1B883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91" y="1994055"/>
            <a:ext cx="5405894" cy="445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68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4B8BD-8A42-DD72-A316-5D3B53DD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CD1E18-5E8F-FD1B-A1CE-D0E5C19CA8C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A6EC8-E6FF-F39B-0DEC-AAD864C40E3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F5A298-A657-84E7-9002-F1C73D92813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25F0B6-1F3F-5B8A-E2A6-2191D335F537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EF9057-7391-A42E-01A8-E9F7AE2F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39A3400-7FE9-6D74-2390-16980BD12676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1F105C7-4B08-C188-ECD6-A1122A9D4DD5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DE3B21-5B81-DEA9-813F-44AA78F7B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2A4EA1-0EE0-4CBF-72DE-8CFA1A31C1BC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B11FDF-C866-173D-D137-A78CE77E5846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48AB6C-3BE8-AFDD-8CAA-C5AD26E8A38F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9341F3-9A71-4D82-2101-1329B05F7688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B6FCF8-7F41-7845-BEAC-1AB3794EB6ED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7A9AEC9-4EB7-97BF-EA63-36433ADFFED1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C51D6EE-08FB-AF4B-D199-0F4C847E3B72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E388F8-0420-893B-0A42-18C1C4F7E336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การดึงตัวร่วม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25CDC-B927-3C33-CDD1-C9DBB3BFC0A3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4FFC0B-64F3-D971-DCE9-A57E862BC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8" y="1925087"/>
            <a:ext cx="5858169" cy="47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5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AA3E-0BA1-1092-7584-1BE29CAF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6AC9BA-1B41-B03A-7F5F-D8615B42DB4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2848D-FF40-8844-74B7-B9254AF869D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406238-83EB-D6DF-AA8B-327797F9A0E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FF44C2-4D72-7692-7A4E-3B786C03DD3E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BB9D2C-08EF-D6D7-3F13-E08EF17C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F357A15-54B8-2B70-2329-7972EEB31FC4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848D1C-E708-B918-4A1E-22E24009D31A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07EDCCD-0C15-8B3E-3059-701DD9A9B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1A83BB-5E6E-CACA-3427-EB9AE92D18C1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865BE8-D122-9C5A-F803-0F87791BAE13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6ACAD9-4EED-0412-6637-84229AF601C7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6624B4-C799-704A-6E94-BF4FE8801CD8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3794D5-76E7-1E8D-B1B7-2E9A5759A795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2B6E69F-41CF-43A4-E60E-96906BA7CE78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82B11A2-544A-5F22-2E5B-9058F6A5DC06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7984772-7A58-0104-7C61-DF98496EE255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657BCD-4721-334F-B623-DCD1A1642684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การดึงตัวร่วม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8AE13A-BBBB-D3C5-4655-E363DB56D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5" y="1994055"/>
            <a:ext cx="624927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22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0ED7-F575-6EBC-4C31-EE43F2D1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4458E-8632-ADC1-C269-746A793BE4E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0B53B-2B60-B8DC-BDEF-BB9442F82B3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361DE2-A8F2-60ED-488B-CD6C5B674D5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5DC666-304B-5E3D-B759-1C994D635215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5E0DF4-FEB3-6EC0-9819-9B1BF0EA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C41F4-F017-9E40-9CEF-7E1EF82D3C30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430D1C-ED57-8931-BCB3-36D4C50E15A5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E59A2A-0E73-AB0F-E109-E25D130EB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DDBE1B-87DD-C56B-9DA3-DD615EB3B65E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FC9D6F-ED48-702E-6CDF-2DD5A125AA4A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1/5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DE066B1-EDCF-4ECD-1900-F0782EB9857D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422E5D-D689-DD6D-00DD-D7DFEB59A0B5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11924CF-54E3-0094-5A72-E81D1795E882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A12177-34B9-48FF-D295-9FFEE433A511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328A59A-AD0F-F758-76B2-82DF2AB11090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FB8732-7E29-3843-DCFC-35012B487790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ใช้ทฤษฎีบท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FE912-F80D-D4CF-DCC1-49988E391521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3B4F1-D61A-D78F-3DBA-A8DFE34CA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36" y="1994055"/>
            <a:ext cx="5372519" cy="46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36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0519-4720-2DFE-A0DF-D174D48C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EE24BE-79AE-842A-C43A-29DF6E24001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F12FE-A9AB-D9BB-9396-92B33F176C3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การแก้สมการพหุนามตัวแปรเดียว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CC300-62FE-6515-8930-374E41A42AE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079A28-49C2-8F7D-355A-ED085545836B}"/>
              </a:ext>
            </a:extLst>
          </p:cNvPr>
          <p:cNvSpPr/>
          <p:nvPr/>
        </p:nvSpPr>
        <p:spPr>
          <a:xfrm>
            <a:off x="349857" y="1825403"/>
            <a:ext cx="11501484" cy="4953078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54DBD6-0EBD-B252-D179-F88E8F28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7971E72-56C1-EFF6-383E-28EECC4746A8}"/>
              </a:ext>
            </a:extLst>
          </p:cNvPr>
          <p:cNvGrpSpPr/>
          <p:nvPr/>
        </p:nvGrpSpPr>
        <p:grpSpPr>
          <a:xfrm>
            <a:off x="105705" y="681431"/>
            <a:ext cx="3603578" cy="725188"/>
            <a:chOff x="3946070" y="148745"/>
            <a:chExt cx="3603578" cy="72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F6CB72-B09C-CFF4-170A-E86C93EC5184}"/>
                </a:ext>
              </a:extLst>
            </p:cNvPr>
            <p:cNvSpPr txBox="1"/>
            <p:nvPr/>
          </p:nvSpPr>
          <p:spPr>
            <a:xfrm>
              <a:off x="3946070" y="382737"/>
              <a:ext cx="12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โหมด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C4EF5A5-8085-F422-9BFE-149FE4702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749" y="148745"/>
              <a:ext cx="2468899" cy="72518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317CC1-4C5B-1DC0-D56A-4B92AD77124B}"/>
              </a:ext>
            </a:extLst>
          </p:cNvPr>
          <p:cNvGrpSpPr/>
          <p:nvPr/>
        </p:nvGrpSpPr>
        <p:grpSpPr>
          <a:xfrm>
            <a:off x="461685" y="1369291"/>
            <a:ext cx="11175000" cy="461665"/>
            <a:chOff x="609600" y="1377181"/>
            <a:chExt cx="11175000" cy="4616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9B9735-2F36-8842-747C-24BB66B3C268}"/>
                </a:ext>
              </a:extLst>
            </p:cNvPr>
            <p:cNvSpPr txBox="1"/>
            <p:nvPr/>
          </p:nvSpPr>
          <p:spPr>
            <a:xfrm>
              <a:off x="609600" y="1377181"/>
              <a:ext cx="1117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ข้อ 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</a:t>
              </a:r>
              <a:r>
                <a:rPr lang="th-TH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/5	</a:t>
              </a:r>
              <a:r>
                <a:rPr lang="en-US" sz="24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&lt;	       &gt;</a:t>
              </a:r>
              <a:endPara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E41B9A-0510-B5A7-847A-B463700348F4}"/>
                </a:ext>
              </a:extLst>
            </p:cNvPr>
            <p:cNvSpPr/>
            <p:nvPr/>
          </p:nvSpPr>
          <p:spPr>
            <a:xfrm>
              <a:off x="1810869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BF13676-AF39-F152-2B56-E69E57217D96}"/>
                </a:ext>
              </a:extLst>
            </p:cNvPr>
            <p:cNvSpPr/>
            <p:nvPr/>
          </p:nvSpPr>
          <p:spPr>
            <a:xfrm>
              <a:off x="2026023" y="1541930"/>
              <a:ext cx="143435" cy="143435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0CF9DE1-1AC1-4B2E-5783-AE1474DE741C}"/>
                </a:ext>
              </a:extLst>
            </p:cNvPr>
            <p:cNvSpPr/>
            <p:nvPr/>
          </p:nvSpPr>
          <p:spPr>
            <a:xfrm>
              <a:off x="225910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7E52920-DDC9-B01A-9474-B4A399AE87A6}"/>
                </a:ext>
              </a:extLst>
            </p:cNvPr>
            <p:cNvSpPr/>
            <p:nvPr/>
          </p:nvSpPr>
          <p:spPr>
            <a:xfrm>
              <a:off x="2501150" y="1541929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BAB65D6-8AC5-02D2-4F0B-D5A7C4ACD4E6}"/>
                </a:ext>
              </a:extLst>
            </p:cNvPr>
            <p:cNvSpPr/>
            <p:nvPr/>
          </p:nvSpPr>
          <p:spPr>
            <a:xfrm>
              <a:off x="2752164" y="1541930"/>
              <a:ext cx="143435" cy="14343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0C22FD7-8C0F-F6E0-9702-91804A507D6D}"/>
              </a:ext>
            </a:extLst>
          </p:cNvPr>
          <p:cNvSpPr txBox="1"/>
          <p:nvPr/>
        </p:nvSpPr>
        <p:spPr>
          <a:xfrm>
            <a:off x="3931065" y="904850"/>
            <a:ext cx="175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แก้สมการโดย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27412B-0798-8007-F074-3ABEE3A2EAFD}"/>
              </a:ext>
            </a:extLst>
          </p:cNvPr>
          <p:cNvSpPr/>
          <p:nvPr/>
        </p:nvSpPr>
        <p:spPr>
          <a:xfrm>
            <a:off x="5960956" y="808747"/>
            <a:ext cx="3146611" cy="5683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การดึงตัวร่วม</a:t>
            </a:r>
            <a:endParaRPr lang="en-US" sz="2400" b="1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EBC20-43EA-C724-FD9A-89ECAD5DC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93" y="1884294"/>
            <a:ext cx="4929324" cy="48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8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7FF2-7CD2-E98B-3C57-283BC492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A66CF2-8B0E-0AA2-D579-59D859D5E3B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D2145-FEAB-4D15-3F49-D2C0E2988FF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การแยกตัวประกอบพหุนาม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8E7D30-1F19-0948-0255-A118AE2E135A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92ED7C-AC84-DD03-F35D-C9692F8CD18D}"/>
              </a:ext>
            </a:extLst>
          </p:cNvPr>
          <p:cNvSpPr/>
          <p:nvPr/>
        </p:nvSpPr>
        <p:spPr>
          <a:xfrm>
            <a:off x="349857" y="1491209"/>
            <a:ext cx="11501484" cy="5287272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5DF99E-7CB3-6829-70E7-A9F2BC2D5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933" y="752324"/>
            <a:ext cx="657317" cy="619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6767D-8DB3-7E30-9779-326A977E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61" y="692000"/>
            <a:ext cx="2799052" cy="71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2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456</Words>
  <Application>Microsoft Office PowerPoint</Application>
  <PresentationFormat>Widescreen</PresentationFormat>
  <Paragraphs>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140</cp:revision>
  <dcterms:created xsi:type="dcterms:W3CDTF">2026-09-18T13:51:45Z</dcterms:created>
  <dcterms:modified xsi:type="dcterms:W3CDTF">2026-10-25T12:04:03Z</dcterms:modified>
</cp:coreProperties>
</file>