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6" r:id="rId2"/>
    <p:sldId id="298" r:id="rId3"/>
    <p:sldId id="299" r:id="rId4"/>
    <p:sldId id="300" r:id="rId5"/>
    <p:sldId id="301" r:id="rId6"/>
    <p:sldId id="289" r:id="rId7"/>
    <p:sldId id="290" r:id="rId8"/>
    <p:sldId id="291" r:id="rId9"/>
    <p:sldId id="297" r:id="rId10"/>
    <p:sldId id="295" r:id="rId11"/>
    <p:sldId id="292" r:id="rId12"/>
    <p:sldId id="293" r:id="rId13"/>
    <p:sldId id="294" r:id="rId14"/>
    <p:sldId id="296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D0"/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22EE1-B397-4D80-9BC0-28D20BAC0177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53812-1102-430E-B0F8-DEE0D7B74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53812-1102-430E-B0F8-DEE0D7B74A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17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3D70F-EFEA-73C6-D663-C747022F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D190D-28E7-51E9-8948-C75B53222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9254E-A7BC-0088-F102-000ADA481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4D389-897D-3B44-0AAA-E090C0A17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53812-1102-430E-B0F8-DEE0D7B74A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9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13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C024-7D17-66ED-AD09-0B69DD6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F33D20-DE74-CB05-7AE8-25DB3FF06DC2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7DB24C-CDC3-6B72-08A7-BB458121D220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A15D04-B4AB-5CD6-576F-BB0F7BEAA9C9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F638BFD-9F99-EC69-461C-B87F1106D456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4BFA479-6E9D-5DCA-D0BB-F6D5C35AEBA3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DB48452-93A8-04E1-A304-02B6A6E03EED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E14C913-5CFA-7D28-24AA-81B362E8DFD9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A3F0D62-52C1-7647-3A69-DC9CB474A387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3548EA6-2884-DF03-E06B-8564D45916D8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86EB80F-96C7-818A-E6D4-B3FC679694C1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900E61D4-A662-BC3F-82A6-3018B971969F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0D8544C-0F95-9887-74A0-5BEF8DEADD7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7301-8C6A-9181-E0BC-0BBA6B4FB98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817CF-21AE-BE10-EFDF-5B703AA1F5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4929FD-4124-184E-4C99-B4BA6A921AE5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CECA6B-7599-D682-3960-2E9DB8609CA5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437386-0BE2-1833-08FB-B5F7E94947CA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437386-0BE2-1833-08FB-B5F7E9494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DDF7BB-CA03-3CF5-2453-BF3ACF239EB3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DDF7BB-CA03-3CF5-2453-BF3ACF239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43C9865E-72CD-41DD-EE76-D5288AAD529A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3EB43B6-B90D-AE95-93DD-D79E9BE86835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D30C1AA-D2E3-DFAA-B783-626C2565EE3D}"/>
              </a:ext>
            </a:extLst>
          </p:cNvPr>
          <p:cNvSpPr/>
          <p:nvPr/>
        </p:nvSpPr>
        <p:spPr>
          <a:xfrm>
            <a:off x="6020549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8D638-6DCE-B7BD-B770-E84252FBB1CB}"/>
              </a:ext>
            </a:extLst>
          </p:cNvPr>
          <p:cNvSpPr txBox="1"/>
          <p:nvPr/>
        </p:nvSpPr>
        <p:spPr>
          <a:xfrm>
            <a:off x="560296" y="239433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F916A2-D1C8-AFB5-FF2A-06DB5FDD0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334BD0A-0BB9-D276-2920-1DA390C64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81" y="2971783"/>
            <a:ext cx="11197150" cy="36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E70D-9A9C-942D-DBAF-693E5A314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55D29A-DCC5-82E7-88CF-18F8EF25EB73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5F0F2C-B2ED-FB9C-C181-3B13F9EB7F0D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F4AE84-E296-E418-7DD6-CFBE69A4F20D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A8D9655-0141-72AD-5981-FC04CFBA4BAF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8871A53-55A1-721A-7B1F-D5513BF78EE1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7BFC65F-1818-0B95-9583-06565171D947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2DDEFCB-1F18-F387-1DAD-A6F12ADFC864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0BF4F06-EAB6-5690-B2F6-C7BF228FE80A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1CAFE97-F040-5F25-6D35-15B79A11922D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786C8D0D-8E1E-CB01-BF9A-1127FEC3D820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02B63E5C-754E-31FD-5D85-F201F7461095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1B26D88-D0E8-3048-3C3E-89F75AE4909C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669D3-13F6-070E-1EC2-D94E42C2F0E8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F4FA12-FFEA-23CF-7F25-1B581B76B52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C6A9F83-3011-54CE-B3E9-B051BED058A8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5D8690-A155-AC5A-DAC4-4B33C49F245A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DB5644-22D5-BEEE-C6F9-B57F66E495E2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DB5644-22D5-BEEE-C6F9-B57F66E49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29FB1E-B8CD-578D-3D2D-9CAF70462CA6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29FB1E-B8CD-578D-3D2D-9CAF70462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63070373-80E1-2941-106D-BAECBBF0AAD5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4D7B1D1-5952-A7EE-B30E-66F5825BFFDA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627F8D6-936A-8339-605C-A764DED4DF1D}"/>
              </a:ext>
            </a:extLst>
          </p:cNvPr>
          <p:cNvSpPr/>
          <p:nvPr/>
        </p:nvSpPr>
        <p:spPr>
          <a:xfrm>
            <a:off x="6020549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325B5F-E4C8-5F05-BC78-B9DCC4DAD6E1}"/>
              </a:ext>
            </a:extLst>
          </p:cNvPr>
          <p:cNvSpPr txBox="1"/>
          <p:nvPr/>
        </p:nvSpPr>
        <p:spPr>
          <a:xfrm>
            <a:off x="3836933" y="3405453"/>
            <a:ext cx="767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3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BE58AE-16F2-1A44-0DD9-72FDF3D912D6}"/>
                  </a:ext>
                </a:extLst>
              </p:cNvPr>
              <p:cNvSpPr txBox="1"/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BE58AE-16F2-1A44-0DD9-72FDF3D91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CB70D62-B8FA-F045-8FA0-0CB7989D0DEC}"/>
              </a:ext>
            </a:extLst>
          </p:cNvPr>
          <p:cNvSpPr txBox="1"/>
          <p:nvPr/>
        </p:nvSpPr>
        <p:spPr>
          <a:xfrm>
            <a:off x="560296" y="239433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2421A4-1E90-381A-E1B1-9DC2E8B59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DA25DD-1DBD-86B7-7899-6402040CB9B9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4511932" y="3402514"/>
            <a:ext cx="1898831" cy="24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6CDE010-4407-840B-9E52-B7A97F1D81C8}"/>
              </a:ext>
            </a:extLst>
          </p:cNvPr>
          <p:cNvSpPr/>
          <p:nvPr/>
        </p:nvSpPr>
        <p:spPr>
          <a:xfrm>
            <a:off x="4419775" y="3402514"/>
            <a:ext cx="184314" cy="396458"/>
          </a:xfrm>
          <a:prstGeom prst="arc">
            <a:avLst>
              <a:gd name="adj1" fmla="val 16200000"/>
              <a:gd name="adj2" fmla="val 49458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031ECD-13C1-A908-AB60-A4D7B7B18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9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53CF-A370-2855-08DA-493BF2B2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D604C7-C6DC-7E57-E0CF-C60F81D13F72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156521-2A2A-CF2F-2BD9-891B64897154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FFE6FFB-41C9-49C1-101A-57E3FC4DB8C6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AA92CF7-00FC-ECF2-E679-F5223F6F9C70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9EA74E17-715B-2C71-54D2-4BA380E43B9A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64DCFB9-7828-38B6-D145-F807DDBFE69E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6A41C7B-F484-2293-B17C-A311F7655517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19A7B09-7658-E8CB-152B-F2D4C8296A7B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333586-1063-0092-29B8-55864BFAA904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47747E6-03C0-3BEE-0B84-D9F7852FE2EC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83BB2C2-8AF0-8948-34C2-3EA460775D54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27DDF3C-B65B-8EE3-5203-BFF0B7E2C2E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AF0FD-8ACC-ABAB-0B12-A4383224336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061B82-EFD1-2E11-44A6-00C0B2CADD3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C69E02-7559-8561-16F0-2B461128521D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B8C3F5-A466-B363-BF6E-99E74303DE92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525D6A-09E2-B050-A081-2A18ABC2B838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525D6A-09E2-B050-A081-2A18ABC2B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EAE3F1-DE49-88D1-EB38-49E1595FDD32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EAE3F1-DE49-88D1-EB38-49E1595FD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A608FE11-ACC4-EE16-4B9B-8FAFCB5C821B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5A4EC7E-15B7-D91D-3CFE-D9F44270AB00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315544D-65BF-B1D7-2C74-3D9028BC0B94}"/>
              </a:ext>
            </a:extLst>
          </p:cNvPr>
          <p:cNvSpPr/>
          <p:nvPr/>
        </p:nvSpPr>
        <p:spPr>
          <a:xfrm>
            <a:off x="6020549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D84D99-E962-E125-8AAD-1B6E3E05E405}"/>
              </a:ext>
            </a:extLst>
          </p:cNvPr>
          <p:cNvSpPr txBox="1"/>
          <p:nvPr/>
        </p:nvSpPr>
        <p:spPr>
          <a:xfrm>
            <a:off x="3836933" y="3405453"/>
            <a:ext cx="767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3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E367CF9-B1A2-2753-AB37-05C0CE4EC74A}"/>
                  </a:ext>
                </a:extLst>
              </p:cNvPr>
              <p:cNvSpPr txBox="1"/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E367CF9-B1A2-2753-AB37-05C0CE4E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40C8AD2-8E4F-9D30-99E5-5FC4EDF64A88}"/>
              </a:ext>
            </a:extLst>
          </p:cNvPr>
          <p:cNvSpPr txBox="1"/>
          <p:nvPr/>
        </p:nvSpPr>
        <p:spPr>
          <a:xfrm>
            <a:off x="560296" y="239433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C668B5-178A-6504-980C-33E71D320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2F3E43-9297-015E-6027-A4AC380F2095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4511932" y="3402514"/>
            <a:ext cx="1898831" cy="24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FAB5BC3B-2F8E-83D3-C1EE-3071591C75B3}"/>
              </a:ext>
            </a:extLst>
          </p:cNvPr>
          <p:cNvSpPr/>
          <p:nvPr/>
        </p:nvSpPr>
        <p:spPr>
          <a:xfrm>
            <a:off x="4419775" y="3402514"/>
            <a:ext cx="184314" cy="396458"/>
          </a:xfrm>
          <a:prstGeom prst="arc">
            <a:avLst>
              <a:gd name="adj1" fmla="val 16200000"/>
              <a:gd name="adj2" fmla="val 49458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1C7F27-B39E-4B37-6C0A-2123A6C03E30}"/>
                  </a:ext>
                </a:extLst>
              </p:cNvPr>
              <p:cNvSpPr txBox="1"/>
              <p:nvPr/>
            </p:nvSpPr>
            <p:spPr>
              <a:xfrm>
                <a:off x="4329369" y="3050242"/>
                <a:ext cx="99127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1C7F27-B39E-4B37-6C0A-2123A6C03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369" y="3050242"/>
                <a:ext cx="991275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6057E03-6CA5-8C0D-D281-F0230BA8891D}"/>
                  </a:ext>
                </a:extLst>
              </p:cNvPr>
              <p:cNvSpPr txBox="1"/>
              <p:nvPr/>
            </p:nvSpPr>
            <p:spPr>
              <a:xfrm>
                <a:off x="4616243" y="3832827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6057E03-6CA5-8C0D-D281-F0230BA88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243" y="3832827"/>
                <a:ext cx="2021545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EFB80B-266B-F769-0B71-5D90B630DAEE}"/>
                  </a:ext>
                </a:extLst>
              </p:cNvPr>
              <p:cNvSpPr txBox="1"/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EFB80B-266B-F769-0B71-5D90B630D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1C0A0BCF-7AA7-CA5B-4B18-1BD86A4DCA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3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A349-AC25-1B1F-540F-5951F70A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6A4276-8AF9-4AB0-BB29-58F9008CC9BE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F847FD-F534-1F1C-F058-09F40B776D18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77A591D-F10D-809F-1ADB-73FCD297E815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2658BB8-A5B9-E6DE-BEEE-276E7641556E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7891B084-CDD0-D5B9-3993-9B644AFA27B4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3CC6BB7-6A44-2DD6-08FE-F813CDCFA684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0BFA4D3-4A84-C263-3A43-04F719F48350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FCA6B74-F482-12E6-3A3D-291CB9EAB7EC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BC6ABA5-3BF4-4404-05A8-3E564B0A91E6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B066BE66-1C0C-93ED-C0AC-16B16308209E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C231A8F9-2B9D-528E-5704-8EC35197B5A2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EA9AFB9-E654-5B4A-E619-CAC69393ED4E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364B2-08C0-61C2-56D0-F05F904CD6B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B11671-B4C4-A0FC-C631-34559ACAF39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3657BF0-F6B3-681D-757D-ED93BDF718CA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20D9DF-1B94-7F80-EFDE-13CB25FDDF02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FC3BD6-B348-A157-8090-0AFB0C132D9E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FC3BD6-B348-A157-8090-0AFB0C132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5D181-E7AE-59B2-0DCD-BA9645179AEF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5D181-E7AE-59B2-0DCD-BA9645179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DD80C9A3-CC4A-D908-4FFF-95487C490F03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69649E8-2BD2-6462-82C6-181363EECDD5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62A1908-447D-5EC3-A7CC-5053E56BCC64}"/>
              </a:ext>
            </a:extLst>
          </p:cNvPr>
          <p:cNvSpPr/>
          <p:nvPr/>
        </p:nvSpPr>
        <p:spPr>
          <a:xfrm>
            <a:off x="6020549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CC45BF-DDCC-3241-8D51-72B2B6A732B2}"/>
              </a:ext>
            </a:extLst>
          </p:cNvPr>
          <p:cNvSpPr txBox="1"/>
          <p:nvPr/>
        </p:nvSpPr>
        <p:spPr>
          <a:xfrm>
            <a:off x="3836933" y="3405453"/>
            <a:ext cx="767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3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FD60F7B-C0A1-940C-82C8-CA57286BBF1A}"/>
                  </a:ext>
                </a:extLst>
              </p:cNvPr>
              <p:cNvSpPr txBox="1"/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FD60F7B-C0A1-940C-82C8-CA57286BB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42E5D42-F58C-DC47-94EE-B6C68722607A}"/>
              </a:ext>
            </a:extLst>
          </p:cNvPr>
          <p:cNvSpPr txBox="1"/>
          <p:nvPr/>
        </p:nvSpPr>
        <p:spPr>
          <a:xfrm>
            <a:off x="560296" y="239433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32A5A1-3620-5868-2EE4-4EE95B5AC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503922-4749-85D5-998B-8138A50E50B1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4511932" y="3402514"/>
            <a:ext cx="1898831" cy="24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E502446A-332A-6481-42F9-E6AC691B8FF1}"/>
              </a:ext>
            </a:extLst>
          </p:cNvPr>
          <p:cNvSpPr/>
          <p:nvPr/>
        </p:nvSpPr>
        <p:spPr>
          <a:xfrm>
            <a:off x="4419775" y="3402514"/>
            <a:ext cx="184314" cy="396458"/>
          </a:xfrm>
          <a:prstGeom prst="arc">
            <a:avLst>
              <a:gd name="adj1" fmla="val 16200000"/>
              <a:gd name="adj2" fmla="val 49458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9645FA-95ED-EA18-AEAC-C36CEA9CF3D0}"/>
                  </a:ext>
                </a:extLst>
              </p:cNvPr>
              <p:cNvSpPr txBox="1"/>
              <p:nvPr/>
            </p:nvSpPr>
            <p:spPr>
              <a:xfrm>
                <a:off x="4078359" y="3050242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9645FA-95ED-EA18-AEAC-C36CEA9CF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359" y="3050242"/>
                <a:ext cx="2021545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95A79C-1AFE-82A8-2D18-E980BD505839}"/>
                  </a:ext>
                </a:extLst>
              </p:cNvPr>
              <p:cNvSpPr txBox="1"/>
              <p:nvPr/>
            </p:nvSpPr>
            <p:spPr>
              <a:xfrm>
                <a:off x="4616243" y="3832827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95A79C-1AFE-82A8-2D18-E980BD505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243" y="3832827"/>
                <a:ext cx="2021545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AFE688C-6116-FB98-D7B3-DF673E9E3A35}"/>
                  </a:ext>
                </a:extLst>
              </p:cNvPr>
              <p:cNvSpPr txBox="1"/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AFE688C-6116-FB98-D7B3-DF673E9E3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8E0816-8000-D5D9-8CCD-07B382617E31}"/>
                  </a:ext>
                </a:extLst>
              </p:cNvPr>
              <p:cNvSpPr txBox="1"/>
              <p:nvPr/>
            </p:nvSpPr>
            <p:spPr>
              <a:xfrm>
                <a:off x="5109919" y="464966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𝟔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8E0816-8000-D5D9-8CCD-07B382617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19" y="4649669"/>
                <a:ext cx="2021545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9CC76F-5B18-478F-B69F-2EB309992E20}"/>
                  </a:ext>
                </a:extLst>
              </p:cNvPr>
              <p:cNvSpPr txBox="1"/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9CC76F-5B18-478F-B69F-2EB309992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296472C-39D5-82C1-ECD8-E33BF4CE82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2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FBC05-853A-7430-D66A-4CCF58558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DADB1C-5BCB-01E7-0396-6834C8129B53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E3FC9B-89A5-BC33-F9B4-2A13CA2F3B80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9A51F61-66DE-027C-75E6-D5F2421A6185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6615F77-BCD8-7D18-BFB1-DB8A57080F7F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7191CC6-8454-10C5-9109-33F99C2DB5DA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9B24F3F-B581-9FE8-A1FC-9A68F3600478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FDDB0BD-97E9-BCE1-73F5-535AC757F133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C0C7252-D2AF-6FD1-E7B0-BF3F4B6983D9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4C50B09-AA70-493C-E519-526EA8EC28BB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D69289D-1037-A063-BFB3-E0F9E848BB02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A714A13-099A-D0A5-4F85-4D0652123806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6256FA7-067D-D118-3F7D-CAEEBD828C6E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7BA17-2352-63F1-3622-6B5958AA179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A20F49-9F37-5406-C99E-4AD3976E600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6CE21AC-A26D-9697-59FD-CA40B4E609A1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F12D67-ED0F-773A-F01D-2860761E071A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8EAF97-EDA9-CB6D-58F0-6053FB0285BE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8EAF97-EDA9-CB6D-58F0-6053FB028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B26324-4087-D9BB-52E5-F0F4C554E953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B26324-4087-D9BB-52E5-F0F4C554E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971B412D-41B0-15CC-AA9F-35A5D04649B5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1A5C430-7E8A-58EE-84D2-1461498AD010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04DE9BC-4E29-1F92-7367-BEC189F3E919}"/>
              </a:ext>
            </a:extLst>
          </p:cNvPr>
          <p:cNvSpPr/>
          <p:nvPr/>
        </p:nvSpPr>
        <p:spPr>
          <a:xfrm>
            <a:off x="6020549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7C8CA9-8DE4-FC90-6BF2-F0656922A6E1}"/>
              </a:ext>
            </a:extLst>
          </p:cNvPr>
          <p:cNvSpPr txBox="1"/>
          <p:nvPr/>
        </p:nvSpPr>
        <p:spPr>
          <a:xfrm>
            <a:off x="3836933" y="3405453"/>
            <a:ext cx="767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3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BD71FF0-B1EC-DEC1-185D-861784D4DCCA}"/>
                  </a:ext>
                </a:extLst>
              </p:cNvPr>
              <p:cNvSpPr txBox="1"/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BD71FF0-B1EC-DEC1-185D-861784D4D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488" y="3426359"/>
                <a:ext cx="2021545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E2B714F-B086-FD20-EF8A-8877DF7FF88B}"/>
                  </a:ext>
                </a:extLst>
              </p:cNvPr>
              <p:cNvSpPr txBox="1"/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000" dirty="0"/>
                  <a:t> = (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3)</a:t>
                </a:r>
                <a:r>
                  <a:rPr lang="en-US" sz="2000" b="1" dirty="0"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)</m:t>
                    </m:r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000" dirty="0"/>
                  <a:t> </a:t>
                </a:r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E2B714F-B086-FD20-EF8A-8877DF7FF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blipFill>
                <a:blip r:embed="rId5"/>
                <a:stretch>
                  <a:fillRect l="-797" t="-10448" b="-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9FD5CCE-2462-CCB4-C26E-4A26D9856F26}"/>
              </a:ext>
            </a:extLst>
          </p:cNvPr>
          <p:cNvSpPr txBox="1"/>
          <p:nvPr/>
        </p:nvSpPr>
        <p:spPr>
          <a:xfrm>
            <a:off x="560296" y="239433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062A3A-53BC-25A5-0AC3-FB7FB83B2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3105AF-5741-B1DD-4B13-B4D8B2EE2754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4511932" y="3402514"/>
            <a:ext cx="1898831" cy="24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D5774E4D-67B6-9E69-B90E-D0F468EED1ED}"/>
              </a:ext>
            </a:extLst>
          </p:cNvPr>
          <p:cNvSpPr/>
          <p:nvPr/>
        </p:nvSpPr>
        <p:spPr>
          <a:xfrm>
            <a:off x="4419775" y="3402514"/>
            <a:ext cx="184314" cy="396458"/>
          </a:xfrm>
          <a:prstGeom prst="arc">
            <a:avLst>
              <a:gd name="adj1" fmla="val 16200000"/>
              <a:gd name="adj2" fmla="val 49458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8DBECFA-D80B-EED0-D747-733D1D94EFCF}"/>
                  </a:ext>
                </a:extLst>
              </p:cNvPr>
              <p:cNvSpPr txBox="1"/>
              <p:nvPr/>
            </p:nvSpPr>
            <p:spPr>
              <a:xfrm>
                <a:off x="4329369" y="3050242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8DBECFA-D80B-EED0-D747-733D1D94E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369" y="3050242"/>
                <a:ext cx="2021545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FFB907D-2405-D049-C4B0-5000AB74D60E}"/>
                  </a:ext>
                </a:extLst>
              </p:cNvPr>
              <p:cNvSpPr txBox="1"/>
              <p:nvPr/>
            </p:nvSpPr>
            <p:spPr>
              <a:xfrm>
                <a:off x="4616243" y="3832827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FFB907D-2405-D049-C4B0-5000AB74D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243" y="3832827"/>
                <a:ext cx="2021545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A14149-BB43-9050-9882-90A9355C42AC}"/>
                  </a:ext>
                </a:extLst>
              </p:cNvPr>
              <p:cNvSpPr txBox="1"/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A14149-BB43-9050-9882-90A9355C4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630CB26-086B-4300-C496-EF6C22A0F607}"/>
                  </a:ext>
                </a:extLst>
              </p:cNvPr>
              <p:cNvSpPr txBox="1"/>
              <p:nvPr/>
            </p:nvSpPr>
            <p:spPr>
              <a:xfrm>
                <a:off x="5109919" y="464966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𝟔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630CB26-086B-4300-C496-EF6C22A0F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19" y="4649669"/>
                <a:ext cx="2021545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A6B211-09EB-F2A2-B657-78587339FE94}"/>
                  </a:ext>
                </a:extLst>
              </p:cNvPr>
              <p:cNvSpPr txBox="1"/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A6B211-09EB-F2A2-B657-78587339F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0096E1-3D97-8A88-2A5C-5499699B35B9}"/>
                  </a:ext>
                </a:extLst>
              </p:cNvPr>
              <p:cNvSpPr txBox="1"/>
              <p:nvPr/>
            </p:nvSpPr>
            <p:spPr>
              <a:xfrm>
                <a:off x="5871920" y="5393086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00096E1-3D97-8A88-2A5C-5499699B3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20" y="5393086"/>
                <a:ext cx="2021545" cy="3755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424C49-26E0-9035-3BA5-D75EC0C35583}"/>
                  </a:ext>
                </a:extLst>
              </p:cNvPr>
              <p:cNvSpPr txBox="1"/>
              <p:nvPr/>
            </p:nvSpPr>
            <p:spPr>
              <a:xfrm>
                <a:off x="6166475" y="5761630"/>
                <a:ext cx="4885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424C49-26E0-9035-3BA5-D75EC0C35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475" y="5761630"/>
                <a:ext cx="4885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A52D1B6-EBE4-42DD-C7C5-12C7BA028E87}"/>
              </a:ext>
            </a:extLst>
          </p:cNvPr>
          <p:cNvCxnSpPr>
            <a:cxnSpLocks/>
          </p:cNvCxnSpPr>
          <p:nvPr/>
        </p:nvCxnSpPr>
        <p:spPr>
          <a:xfrm>
            <a:off x="6346545" y="6077172"/>
            <a:ext cx="137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A99B9F0-F14E-4FB6-E2E3-3D1565E2EB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1040" y="5997010"/>
            <a:ext cx="3529702" cy="68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7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45D0E-05BE-41C9-3531-3B28D257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88BD9D-06AA-DF99-C1A8-7864C9332351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DFB5B0-4CF1-2A18-48F6-D651A1D9F4DE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4AEE85F-36A2-B4AA-57A1-3421573CB2E2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D5ECB39-54C4-A62F-FB18-E5CBD90B24F8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47CBEBCC-AD0E-5CE0-543D-331F7E9172B2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96E9010-E89E-31A6-4AE6-49425F867A95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2DEC7BB-6FF9-08D2-EA3A-BF73534131C2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B6C8906B-B8C5-1F5B-6D83-A9F56AD948EF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EF0DFE5-D582-6128-D653-56A6DB526A79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3E46726-ECEB-C1A1-B101-E5358F55F5F1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2BE360C-B63B-E0E1-7EBC-1B1DED619111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49F8D6E-409E-FA10-3EA4-D6C1C6376FE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7B848-73E9-9355-B4AA-223D668AAA2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E96DD-5C31-1A8D-B568-A9CEF9FBA2C2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A48C89-E8DD-439A-88C4-7C544E12BCC8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D5899D-1664-E3BB-E66B-7146F6E075D9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2FB592-F132-178F-E34F-5A3184BFAB66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2FB592-F132-178F-E34F-5A3184BFA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33A164-73DF-486E-41FD-214CA9FB7568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6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3            0	     2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1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2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33A164-73DF-486E-41FD-214CA9FB7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63551"/>
              </a:xfrm>
              <a:prstGeom prst="rect">
                <a:avLst/>
              </a:prstGeom>
              <a:blipFill>
                <a:blip r:embed="rId3"/>
                <a:stretch>
                  <a:fillRect l="-917" b="-7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2B2705E9-5769-4874-25A6-F93927BB2263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B774DA-DD28-56D1-88FD-70E32721C710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B54C5B2-5452-98A3-E779-7A761CF7AC70}"/>
              </a:ext>
            </a:extLst>
          </p:cNvPr>
          <p:cNvSpPr/>
          <p:nvPr/>
        </p:nvSpPr>
        <p:spPr>
          <a:xfrm>
            <a:off x="6020549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0ACE6D-2E9D-902E-9DF7-6FC817E902D2}"/>
              </a:ext>
            </a:extLst>
          </p:cNvPr>
          <p:cNvSpPr txBox="1"/>
          <p:nvPr/>
        </p:nvSpPr>
        <p:spPr>
          <a:xfrm>
            <a:off x="3836933" y="3405453"/>
            <a:ext cx="767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2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26A1986-8AA0-1B99-AC2C-FF3E53DE151A}"/>
                  </a:ext>
                </a:extLst>
              </p:cNvPr>
              <p:cNvSpPr txBox="1"/>
              <p:nvPr/>
            </p:nvSpPr>
            <p:spPr>
              <a:xfrm>
                <a:off x="4553488" y="3426359"/>
                <a:ext cx="343406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𝟎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26A1986-8AA0-1B99-AC2C-FF3E53DE1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488" y="3426359"/>
                <a:ext cx="3434065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D72CFE-87F0-6AA1-5510-E1166C2299AF}"/>
                  </a:ext>
                </a:extLst>
              </p:cNvPr>
              <p:cNvSpPr txBox="1"/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000" dirty="0"/>
                  <a:t>= (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2)</a:t>
                </a:r>
                <a:r>
                  <a:rPr lang="en-US" sz="2000" b="1" dirty="0"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cs typeface="TH Sarabun New" panose="020B0500040200020003" pitchFamily="34" charset="-34"/>
                      </a:rPr>
                      <m:t>3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𝟏𝟒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)+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𝟐𝟕</m:t>
                    </m:r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000" dirty="0"/>
                  <a:t> </a:t>
                </a:r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D72CFE-87F0-6AA1-5510-E1166C229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blipFill>
                <a:blip r:embed="rId5"/>
                <a:stretch>
                  <a:fillRect l="-797" t="-10448" b="-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1C75EDB-1E21-3C69-3805-745C13FE45FF}"/>
              </a:ext>
            </a:extLst>
          </p:cNvPr>
          <p:cNvSpPr txBox="1"/>
          <p:nvPr/>
        </p:nvSpPr>
        <p:spPr>
          <a:xfrm>
            <a:off x="560296" y="239433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F4AB56-D17A-058B-86B3-EBCEDC9D8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FBB926-5DBD-0C8A-C3E9-AD2EAC467C72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4511932" y="3402514"/>
            <a:ext cx="2125856" cy="27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180C20F3-9377-3F4D-49D0-53154482E496}"/>
              </a:ext>
            </a:extLst>
          </p:cNvPr>
          <p:cNvSpPr/>
          <p:nvPr/>
        </p:nvSpPr>
        <p:spPr>
          <a:xfrm>
            <a:off x="4419775" y="3402514"/>
            <a:ext cx="184314" cy="396458"/>
          </a:xfrm>
          <a:prstGeom prst="arc">
            <a:avLst>
              <a:gd name="adj1" fmla="val 16200000"/>
              <a:gd name="adj2" fmla="val 49458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8B2418-B15D-F166-4620-77B6882408A6}"/>
                  </a:ext>
                </a:extLst>
              </p:cNvPr>
              <p:cNvSpPr txBox="1"/>
              <p:nvPr/>
            </p:nvSpPr>
            <p:spPr>
              <a:xfrm>
                <a:off x="4554348" y="3024023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dirty="0">
                    <a:cs typeface="TH Sarabun New" panose="020B0500040200020003" pitchFamily="34" charset="-34"/>
                  </a:rPr>
                  <a:t>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𝟏𝟒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8B2418-B15D-F166-4620-77B688240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348" y="3024023"/>
                <a:ext cx="2021545" cy="375552"/>
              </a:xfrm>
              <a:prstGeom prst="rect">
                <a:avLst/>
              </a:prstGeom>
              <a:blipFill>
                <a:blip r:embed="rId7"/>
                <a:stretch>
                  <a:fillRect l="-2410" t="-483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67E9E0-450A-2879-E3EE-3C2A20E7AE60}"/>
                  </a:ext>
                </a:extLst>
              </p:cNvPr>
              <p:cNvSpPr txBox="1"/>
              <p:nvPr/>
            </p:nvSpPr>
            <p:spPr>
              <a:xfrm>
                <a:off x="4589348" y="3832827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𝟔</m:t>
                      </m:r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67E9E0-450A-2879-E3EE-3C2A20E7A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348" y="3832827"/>
                <a:ext cx="2021545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9EB581F-26DB-93EC-F676-0B0C598AC064}"/>
                  </a:ext>
                </a:extLst>
              </p:cNvPr>
              <p:cNvSpPr txBox="1"/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dirty="0">
                    <a:cs typeface="TH Sarabun New" panose="020B0500040200020003" pitchFamily="34" charset="-34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9EB581F-26DB-93EC-F676-0B0C598AC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6ECC13C-EFAB-CE21-E695-5DCEE8D3E656}"/>
                  </a:ext>
                </a:extLst>
              </p:cNvPr>
              <p:cNvSpPr txBox="1"/>
              <p:nvPr/>
            </p:nvSpPr>
            <p:spPr>
              <a:xfrm>
                <a:off x="5199566" y="464966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𝟔</m:t>
                          </m:r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𝟏𝟐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6ECC13C-EFAB-CE21-E695-5DCEE8D3E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66" y="4649669"/>
                <a:ext cx="2021545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00CEF6A-2470-3185-34E8-CAD3B7698480}"/>
                  </a:ext>
                </a:extLst>
              </p:cNvPr>
              <p:cNvSpPr txBox="1"/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dirty="0">
                    <a:cs typeface="TH Sarabun New" panose="020B0500040200020003" pitchFamily="34" charset="-34"/>
                  </a:rPr>
                  <a:t>14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00CEF6A-2470-3185-34E8-CAD3B7698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blipFill>
                <a:blip r:embed="rId11"/>
                <a:stretch>
                  <a:fillRect l="-2410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7DE757D-673A-F62A-2C03-7019AC78F113}"/>
                  </a:ext>
                </a:extLst>
              </p:cNvPr>
              <p:cNvSpPr txBox="1"/>
              <p:nvPr/>
            </p:nvSpPr>
            <p:spPr>
              <a:xfrm>
                <a:off x="5871920" y="5393086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u="sng" dirty="0">
                    <a:cs typeface="TH Sarabun New" panose="020B0500040200020003" pitchFamily="34" charset="-34"/>
                  </a:rPr>
                  <a:t>14</a:t>
                </a:r>
                <a14:m>
                  <m:oMath xmlns:m="http://schemas.openxmlformats.org/officeDocument/2006/math">
                    <m:r>
                      <a:rPr lang="en-US" b="1" i="1" u="sng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u="sng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u="sng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𝟐𝟖</m:t>
                    </m:r>
                  </m:oMath>
                </a14:m>
                <a:endParaRPr lang="en-US" u="sng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7DE757D-673A-F62A-2C03-7019AC78F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20" y="5393086"/>
                <a:ext cx="2021545" cy="375552"/>
              </a:xfrm>
              <a:prstGeom prst="rect">
                <a:avLst/>
              </a:prstGeom>
              <a:blipFill>
                <a:blip r:embed="rId12"/>
                <a:stretch>
                  <a:fillRect l="-2410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3532474-EA0F-ED2C-5D56-86B894BD908B}"/>
                  </a:ext>
                </a:extLst>
              </p:cNvPr>
              <p:cNvSpPr txBox="1"/>
              <p:nvPr/>
            </p:nvSpPr>
            <p:spPr>
              <a:xfrm>
                <a:off x="6489206" y="5761630"/>
                <a:ext cx="4885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3532474-EA0F-ED2C-5D56-86B894BD9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06" y="5761630"/>
                <a:ext cx="4885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03F081-A26C-4C4E-A247-D696239489F8}"/>
              </a:ext>
            </a:extLst>
          </p:cNvPr>
          <p:cNvCxnSpPr>
            <a:cxnSpLocks/>
          </p:cNvCxnSpPr>
          <p:nvPr/>
        </p:nvCxnSpPr>
        <p:spPr>
          <a:xfrm>
            <a:off x="6624451" y="6077172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17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873-7A96-3104-DB94-24E3C537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9B15EF-E1EF-7902-0418-85E366653B2A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A3B041-725F-11F0-E748-829C00AD0A33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6B7E94-A5D1-9638-F345-69B93C8813B0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0FC9992-B88C-B433-DCEA-ABAA9902DB40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CD8A7BB-22A5-1A98-9364-DDB3B574B7E6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A602561-3F1C-F040-5F51-1902402349E8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A44F906-F63D-08CE-5D8B-FD787BFFF0A2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164038B-3CC8-E23F-3C88-80BDD6529FD0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31B3C6D-2629-A525-8062-AD533C0BEC1D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363CC6A-8EAF-F72E-ACAE-E84F466108B6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BA15CB90-E690-AC8C-B42D-FF76AA9899D1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E40659F-DDAB-5A54-C222-0EF442726624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3B520-F755-ECA3-ED66-460136AEA7A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1CB843-2453-F762-E3B1-07A31113792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B6AE975-9FAC-D418-CB62-8EB706E6F97A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460829-4377-8B23-AF0A-03A5EE5F2385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2AABFD-C090-890B-D2BA-BB2FC1D16B0C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2AABFD-C090-890B-D2BA-BB2FC1D16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97D59E-815E-D99B-820C-1FCCA93426E9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6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3            0	     2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1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2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97D59E-815E-D99B-820C-1FCCA9342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63551"/>
              </a:xfrm>
              <a:prstGeom prst="rect">
                <a:avLst/>
              </a:prstGeom>
              <a:blipFill>
                <a:blip r:embed="rId3"/>
                <a:stretch>
                  <a:fillRect l="-917" b="-7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92A04A9A-AA23-C3FC-A897-4DA7416C6644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95E587A-14AA-5D0B-C3CC-285BE4ACAB7B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8E3ED83-6EFD-323D-CE79-D4446A3018C5}"/>
              </a:ext>
            </a:extLst>
          </p:cNvPr>
          <p:cNvSpPr/>
          <p:nvPr/>
        </p:nvSpPr>
        <p:spPr>
          <a:xfrm>
            <a:off x="6020549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97976B-166D-945B-05A3-274CBFF9DD18}"/>
              </a:ext>
            </a:extLst>
          </p:cNvPr>
          <p:cNvSpPr txBox="1"/>
          <p:nvPr/>
        </p:nvSpPr>
        <p:spPr>
          <a:xfrm>
            <a:off x="3836933" y="3405453"/>
            <a:ext cx="767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2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FBE5FF-15F4-CEB9-BC02-03613B4B1A99}"/>
                  </a:ext>
                </a:extLst>
              </p:cNvPr>
              <p:cNvSpPr txBox="1"/>
              <p:nvPr/>
            </p:nvSpPr>
            <p:spPr>
              <a:xfrm>
                <a:off x="4553488" y="3426359"/>
                <a:ext cx="343406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𝟎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FBE5FF-15F4-CEB9-BC02-03613B4B1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488" y="3426359"/>
                <a:ext cx="3434065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544BCFB-3E49-6930-362F-E4712A5D0B21}"/>
                  </a:ext>
                </a:extLst>
              </p:cNvPr>
              <p:cNvSpPr txBox="1"/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000" dirty="0"/>
                  <a:t>= (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2)</a:t>
                </a:r>
                <a:r>
                  <a:rPr lang="en-US" sz="2000" b="1" dirty="0"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cs typeface="TH Sarabun New" panose="020B0500040200020003" pitchFamily="34" charset="-34"/>
                      </a:rPr>
                      <m:t>3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𝟏𝟒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)+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𝟐𝟕</m:t>
                    </m:r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000" dirty="0"/>
                  <a:t> </a:t>
                </a:r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544BCFB-3E49-6930-362F-E4712A5D0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blipFill>
                <a:blip r:embed="rId5"/>
                <a:stretch>
                  <a:fillRect l="-797" t="-10448" b="-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4A711CA-76DD-16D9-8658-D3A4B152EEB6}"/>
              </a:ext>
            </a:extLst>
          </p:cNvPr>
          <p:cNvSpPr txBox="1"/>
          <p:nvPr/>
        </p:nvSpPr>
        <p:spPr>
          <a:xfrm>
            <a:off x="560296" y="239433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023E5E-2E1B-BF68-6907-74CE5FCAD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B527AE-417C-36E5-5741-25485DD9D0B9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4511932" y="3402514"/>
            <a:ext cx="2125856" cy="27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659B1F77-FAC1-6598-59C6-5D69F8B5FF4C}"/>
              </a:ext>
            </a:extLst>
          </p:cNvPr>
          <p:cNvSpPr/>
          <p:nvPr/>
        </p:nvSpPr>
        <p:spPr>
          <a:xfrm>
            <a:off x="4419775" y="3402514"/>
            <a:ext cx="184314" cy="396458"/>
          </a:xfrm>
          <a:prstGeom prst="arc">
            <a:avLst>
              <a:gd name="adj1" fmla="val 16200000"/>
              <a:gd name="adj2" fmla="val 494582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AC3F15-6F20-F0CA-53AC-AC2E90E5C91B}"/>
                  </a:ext>
                </a:extLst>
              </p:cNvPr>
              <p:cNvSpPr txBox="1"/>
              <p:nvPr/>
            </p:nvSpPr>
            <p:spPr>
              <a:xfrm>
                <a:off x="4554348" y="3024023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dirty="0">
                    <a:cs typeface="TH Sarabun New" panose="020B0500040200020003" pitchFamily="34" charset="-34"/>
                  </a:rPr>
                  <a:t>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𝟏𝟒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AC3F15-6F20-F0CA-53AC-AC2E90E5C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348" y="3024023"/>
                <a:ext cx="2021545" cy="375552"/>
              </a:xfrm>
              <a:prstGeom prst="rect">
                <a:avLst/>
              </a:prstGeom>
              <a:blipFill>
                <a:blip r:embed="rId7"/>
                <a:stretch>
                  <a:fillRect l="-2410" t="-483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7F03061-17DC-0438-D6CE-FACEDDA76471}"/>
                  </a:ext>
                </a:extLst>
              </p:cNvPr>
              <p:cNvSpPr txBox="1"/>
              <p:nvPr/>
            </p:nvSpPr>
            <p:spPr>
              <a:xfrm>
                <a:off x="4589348" y="3832827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𝟔</m:t>
                      </m:r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7F03061-17DC-0438-D6CE-FACEDDA76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348" y="3832827"/>
                <a:ext cx="2021545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7D31CAC-9E5C-14BC-F806-4CA83E88B305}"/>
                  </a:ext>
                </a:extLst>
              </p:cNvPr>
              <p:cNvSpPr txBox="1"/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dirty="0">
                    <a:cs typeface="TH Sarabun New" panose="020B0500040200020003" pitchFamily="34" charset="-34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7D31CAC-9E5C-14BC-F806-4CA83E88B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19" y="4228482"/>
                <a:ext cx="2021545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EA0A24-ED6C-A4EC-8658-CEADD0D4D825}"/>
                  </a:ext>
                </a:extLst>
              </p:cNvPr>
              <p:cNvSpPr txBox="1"/>
              <p:nvPr/>
            </p:nvSpPr>
            <p:spPr>
              <a:xfrm>
                <a:off x="5199566" y="4649669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𝟔</m:t>
                          </m:r>
                          <m:r>
                            <a:rPr lang="en-US" b="1" i="1" u="sng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b="1" i="1" u="sng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b="1" i="1" u="sng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𝟏𝟐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EA0A24-ED6C-A4EC-8658-CEADD0D4D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66" y="4649669"/>
                <a:ext cx="2021545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3EC86B4-0296-4915-7A70-8D62D88E49C9}"/>
                  </a:ext>
                </a:extLst>
              </p:cNvPr>
              <p:cNvSpPr txBox="1"/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dirty="0">
                    <a:cs typeface="TH Sarabun New" panose="020B0500040200020003" pitchFamily="34" charset="-34"/>
                  </a:rPr>
                  <a:t>14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3EC86B4-0296-4915-7A70-8D62D88E4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20" y="5041926"/>
                <a:ext cx="2021545" cy="375552"/>
              </a:xfrm>
              <a:prstGeom prst="rect">
                <a:avLst/>
              </a:prstGeom>
              <a:blipFill>
                <a:blip r:embed="rId11"/>
                <a:stretch>
                  <a:fillRect l="-2410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E2C231D-5DF7-DF2B-12B8-24E1E2A4FF6F}"/>
                  </a:ext>
                </a:extLst>
              </p:cNvPr>
              <p:cNvSpPr txBox="1"/>
              <p:nvPr/>
            </p:nvSpPr>
            <p:spPr>
              <a:xfrm>
                <a:off x="5871920" y="5393086"/>
                <a:ext cx="202154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1" u="sng" dirty="0">
                    <a:cs typeface="TH Sarabun New" panose="020B0500040200020003" pitchFamily="34" charset="-34"/>
                  </a:rPr>
                  <a:t>14</a:t>
                </a:r>
                <a14:m>
                  <m:oMath xmlns:m="http://schemas.openxmlformats.org/officeDocument/2006/math">
                    <m:r>
                      <a:rPr lang="en-US" b="1" i="1" u="sng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b="1" i="1" u="sng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b="1" i="1" u="sng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𝟐𝟖</m:t>
                    </m:r>
                  </m:oMath>
                </a14:m>
                <a:endParaRPr lang="en-US" u="sng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E2C231D-5DF7-DF2B-12B8-24E1E2A4F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20" y="5393086"/>
                <a:ext cx="2021545" cy="375552"/>
              </a:xfrm>
              <a:prstGeom prst="rect">
                <a:avLst/>
              </a:prstGeom>
              <a:blipFill>
                <a:blip r:embed="rId12"/>
                <a:stretch>
                  <a:fillRect l="-2410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B390F3-2CBB-1BB9-9536-D30393E97AFD}"/>
                  </a:ext>
                </a:extLst>
              </p:cNvPr>
              <p:cNvSpPr txBox="1"/>
              <p:nvPr/>
            </p:nvSpPr>
            <p:spPr>
              <a:xfrm>
                <a:off x="6489206" y="5761630"/>
                <a:ext cx="4885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en-US" u="sng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B390F3-2CBB-1BB9-9536-D30393E97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06" y="5761630"/>
                <a:ext cx="4885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2D4BDB-D234-5051-4A50-68AB85BD0F0A}"/>
              </a:ext>
            </a:extLst>
          </p:cNvPr>
          <p:cNvCxnSpPr>
            <a:cxnSpLocks/>
          </p:cNvCxnSpPr>
          <p:nvPr/>
        </p:nvCxnSpPr>
        <p:spPr>
          <a:xfrm>
            <a:off x="6624451" y="6077172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529DB2-C62F-56C4-E14D-D38AEDDECBD1}"/>
              </a:ext>
            </a:extLst>
          </p:cNvPr>
          <p:cNvSpPr/>
          <p:nvPr/>
        </p:nvSpPr>
        <p:spPr>
          <a:xfrm>
            <a:off x="349856" y="1403580"/>
            <a:ext cx="11501484" cy="2608060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F288A3-4F0B-01FD-4389-F5309B5218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99680" y="1483075"/>
            <a:ext cx="523948" cy="5144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966B567-F984-9EDC-4E63-172191A7D21B}"/>
              </a:ext>
            </a:extLst>
          </p:cNvPr>
          <p:cNvSpPr txBox="1"/>
          <p:nvPr/>
        </p:nvSpPr>
        <p:spPr>
          <a:xfrm>
            <a:off x="512994" y="1609275"/>
            <a:ext cx="105611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ขั้นตอนวิธีการหาร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(Division Algorithm)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เป็นพหุนามโดยที่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≠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แล้วจะมีพหุนาม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เพียงชุดเดียวซึ่ง</a:t>
            </a: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จากหลักการหาร  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ตัวตั้ง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ตัวหาร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ผลหาร + เศษ</a:t>
            </a: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        	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Q(x)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U(x)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R(x)</a:t>
            </a: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R(x) = 0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ดีกรีของ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น้อยกว่า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เสมอ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9418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97F8-CE59-F6A2-8289-2C4FDA4B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D6CB10-BC13-AA22-524F-B45FBFC1705A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FD0E0D-0511-278F-2DE4-27B817A5746A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431FB25-79E4-9EC5-05A7-0E17BB9195C6}"/>
              </a:ext>
            </a:extLst>
          </p:cNvPr>
          <p:cNvGrpSpPr/>
          <p:nvPr/>
        </p:nvGrpSpPr>
        <p:grpSpPr>
          <a:xfrm>
            <a:off x="2167216" y="1403579"/>
            <a:ext cx="3283329" cy="809069"/>
            <a:chOff x="2167216" y="1403579"/>
            <a:chExt cx="3283329" cy="8090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09D0EA9-2A65-B31E-07AC-222C1007B876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95EE345E-C10A-D018-62A5-757ED97BE60B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9FD565C-EDE1-CA2E-B872-996D6C1C5B08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2DE6C84-90F5-582B-CACF-BB158C13957A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53868A66-4577-810B-BDCA-52D9960DEA84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758DFE6-52C2-4601-1891-58E77F8672E4}"/>
                </a:ext>
              </a:extLst>
            </p:cNvPr>
            <p:cNvSpPr/>
            <p:nvPr/>
          </p:nvSpPr>
          <p:spPr>
            <a:xfrm>
              <a:off x="5080749" y="1842852"/>
              <a:ext cx="369796" cy="36979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D6647D0-E4C0-1143-3EE5-6038E785C493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35F2C-2D71-33B4-CF58-3F5A40C07C2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C50F5F-3D19-32D5-D9E6-0DFBE20CF88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B062081-A4C3-5DDF-EB6F-831A4749DCA5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3D2E3A-FAFF-4EF4-C5C8-0AD70F01B61E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A80C40-5614-9D0F-4FEA-7DCF2778BD94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A80C40-5614-9D0F-4FEA-7DCF2778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A2128E-ECC7-97A1-3DC5-79C5EFB28E1C}"/>
                  </a:ext>
                </a:extLst>
              </p:cNvPr>
              <p:cNvSpPr txBox="1"/>
              <p:nvPr/>
            </p:nvSpPr>
            <p:spPr>
              <a:xfrm>
                <a:off x="1095696" y="1098496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A2128E-ECC7-97A1-3DC5-79C5EFB28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98496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9A35DF89-6C40-6A1E-7AFC-A7673C7B1445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F8DDB8C-6F32-6750-1E96-B321F8BA972D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81E3391-9464-5490-09ED-8F820FBA1858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999F9-02D2-3B54-0370-7D2EA7FB049C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830F7B-D2DB-043B-9E4B-57588C2BD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3BFF9CB-F9FF-F5D9-1AF0-161AF4FEE89A}"/>
              </a:ext>
            </a:extLst>
          </p:cNvPr>
          <p:cNvSpPr txBox="1"/>
          <p:nvPr/>
        </p:nvSpPr>
        <p:spPr>
          <a:xfrm>
            <a:off x="4133742" y="4007173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3BD663C-FB8D-AAF4-B1BF-4426A873E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81" y="2971783"/>
            <a:ext cx="11197150" cy="36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5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1A24-51B2-DA08-FD88-AB6D204C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D718FC-7720-5F98-2A7D-EC8843BE1C30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BC34C3-A744-5C47-AFC7-AC4143891484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150289-7C84-94C9-0771-5B0ECC20D59D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37E6D1-0FCF-37DC-521B-DBB99441B0CB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D378ECA-C7C4-6DA0-7A97-632793D96A57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9B9B237-9B72-101F-36E5-80285AA4B36F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63F5738-9F79-1B60-307C-E6FE9BE0F1F7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A29981B-45E5-2299-2F80-9655C2E5419B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25BD4EA-936E-051F-663F-87B8DB7FD053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D777006C-118D-2236-3E43-F558CB6BB41E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12C91074-948D-9F18-765E-83C122DAB99C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22FA22B-2121-3D9A-2FE4-58EF28D6664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43F59-43C1-61CD-1025-2D829EC1CA87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0CB6E6-8DA4-E09D-6F94-8608953162BF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C54774-3D04-D0E3-754B-4EC379E8685D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9CE43-BE1B-7A38-ED4B-90FBCB4BA100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134487-33FC-370E-2384-AB6B39B8A351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134487-33FC-370E-2384-AB6B39B8A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B591EC-5517-D727-3FC7-20E2022CAD00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B591EC-5517-D727-3FC7-20E2022CA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A85E447D-B306-CF07-4B2B-ABF19713C9F4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E1DBAF8-7F66-C756-131E-15B1D184A421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96F26F-67BC-C53E-45DE-1591EE93803D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BE7937-5EF5-5864-593F-3216D3AF6EB4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91D982-CD43-28B6-4109-3F44295B0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FA105F0-E428-FE7D-B8FA-47E54F9EF232}"/>
              </a:ext>
            </a:extLst>
          </p:cNvPr>
          <p:cNvGrpSpPr/>
          <p:nvPr/>
        </p:nvGrpSpPr>
        <p:grpSpPr>
          <a:xfrm>
            <a:off x="3680150" y="3191431"/>
            <a:ext cx="4442653" cy="838134"/>
            <a:chOff x="4081794" y="3264561"/>
            <a:chExt cx="4442653" cy="83813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F4FA8D0-FB6D-26EF-65F0-E0CC87833759}"/>
                </a:ext>
              </a:extLst>
            </p:cNvPr>
            <p:cNvSpPr txBox="1"/>
            <p:nvPr/>
          </p:nvSpPr>
          <p:spPr>
            <a:xfrm>
              <a:off x="4081794" y="3641030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 </a:t>
              </a:r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829D6C5-6B20-22F3-3618-85D4680CB80A}"/>
                </a:ext>
              </a:extLst>
            </p:cNvPr>
            <p:cNvGrpSpPr/>
            <p:nvPr/>
          </p:nvGrpSpPr>
          <p:grpSpPr>
            <a:xfrm>
              <a:off x="4338918" y="3330500"/>
              <a:ext cx="3514164" cy="656607"/>
              <a:chOff x="4419775" y="3142365"/>
              <a:chExt cx="3514164" cy="656607"/>
            </a:xfrm>
          </p:grpSpPr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B3F16F56-8619-8851-9057-6C7CE1950247}"/>
                  </a:ext>
                </a:extLst>
              </p:cNvPr>
              <p:cNvSpPr/>
              <p:nvPr/>
            </p:nvSpPr>
            <p:spPr>
              <a:xfrm flipV="1">
                <a:off x="4419775" y="3142365"/>
                <a:ext cx="196468" cy="656607"/>
              </a:xfrm>
              <a:prstGeom prst="arc">
                <a:avLst>
                  <a:gd name="adj1" fmla="val 16200000"/>
                  <a:gd name="adj2" fmla="val 494582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884A7A6-9F8C-0D56-4D62-EE481B880C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932" y="3798972"/>
                <a:ext cx="342200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E4EE7F-A2E0-8F2E-93E8-1824A15D4BF3}"/>
                </a:ext>
              </a:extLst>
            </p:cNvPr>
            <p:cNvSpPr txBox="1"/>
            <p:nvPr/>
          </p:nvSpPr>
          <p:spPr>
            <a:xfrm>
              <a:off x="4573012" y="3264561"/>
              <a:ext cx="3951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	-1	-5	-3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71353FF-3B2F-A03D-327E-429B1EA8DDA1}"/>
              </a:ext>
            </a:extLst>
          </p:cNvPr>
          <p:cNvSpPr txBox="1"/>
          <p:nvPr/>
        </p:nvSpPr>
        <p:spPr>
          <a:xfrm>
            <a:off x="4133742" y="4007173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C27A24-4772-AF59-C0B1-32B592947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51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7D1B-AD54-C160-8E1A-3A6E686B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C4760F-EBE2-8188-E1B2-A7109B66C953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6D0237-BBA2-28CC-989B-ED851C75C727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466CB3C-7956-956A-9780-AC1F1BAB3A0B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CABC4B-8EA6-73BC-E06B-86B629D955F8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781BB0A5-26DB-69B2-9FC8-C89EAAC6E34A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4AFE55E-5BD2-6DE5-DCEE-1C29E739534D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CC21BA6-4831-ECA5-D0F3-E1DDC2801B8F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A570896-27FA-FAFA-A322-E8B8944B4DAB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A3F3CC4-8F71-2A5C-95A9-C4A81DA7CEFE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A54DEC54-72B5-4EDC-182B-F2E6D1CDD398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FBECB0F6-4F8F-620D-9D09-1038655DBBF1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37EBA66-993A-CACF-998B-53AACCB08FA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D1AFE-9ECE-E165-929A-2948FC9E17B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3BF764-7427-8BF2-C9FA-F067673F74AC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23D867-60B7-F3D9-2D47-68939680FD22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FF7366-FB21-F846-43C0-406C72150742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D0EED8-ED67-B88A-E2F9-46FC72C17C48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D0EED8-ED67-B88A-E2F9-46FC72C17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6358A1-6CA8-20C4-A0AC-2C5E5F9F2678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6358A1-6CA8-20C4-A0AC-2C5E5F9F2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1170E1DE-D753-FECE-C164-3778409C1012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B8FBD71-2257-3B3E-9520-ED0B5D650B64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F7338C1-8294-A62A-BF78-C26D73303D0E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A54D0-AE78-AA11-CC95-0870A73898D6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05EFF1-A9FB-FE8B-E688-14B162E49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330D89E-64AE-8A14-48EB-1F8FE3A5D19B}"/>
              </a:ext>
            </a:extLst>
          </p:cNvPr>
          <p:cNvGrpSpPr/>
          <p:nvPr/>
        </p:nvGrpSpPr>
        <p:grpSpPr>
          <a:xfrm>
            <a:off x="3680150" y="3191431"/>
            <a:ext cx="4442653" cy="838134"/>
            <a:chOff x="4081794" y="3264561"/>
            <a:chExt cx="4442653" cy="83813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09151C5-5B9C-90BC-8861-86183386F705}"/>
                </a:ext>
              </a:extLst>
            </p:cNvPr>
            <p:cNvSpPr txBox="1"/>
            <p:nvPr/>
          </p:nvSpPr>
          <p:spPr>
            <a:xfrm>
              <a:off x="4081794" y="3641030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 </a:t>
              </a:r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01801EA-8F1F-65D6-6DC9-79FFC0485D7E}"/>
                </a:ext>
              </a:extLst>
            </p:cNvPr>
            <p:cNvGrpSpPr/>
            <p:nvPr/>
          </p:nvGrpSpPr>
          <p:grpSpPr>
            <a:xfrm>
              <a:off x="4338918" y="3330500"/>
              <a:ext cx="3514164" cy="656607"/>
              <a:chOff x="4419775" y="3142365"/>
              <a:chExt cx="3514164" cy="656607"/>
            </a:xfrm>
          </p:grpSpPr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D4E8FA84-1B3D-4B6E-9EFB-F10C9614A46E}"/>
                  </a:ext>
                </a:extLst>
              </p:cNvPr>
              <p:cNvSpPr/>
              <p:nvPr/>
            </p:nvSpPr>
            <p:spPr>
              <a:xfrm flipV="1">
                <a:off x="4419775" y="3142365"/>
                <a:ext cx="196468" cy="656607"/>
              </a:xfrm>
              <a:prstGeom prst="arc">
                <a:avLst>
                  <a:gd name="adj1" fmla="val 16200000"/>
                  <a:gd name="adj2" fmla="val 494582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C04FCCD-9808-3CC1-F749-3F8406AB4B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932" y="3798972"/>
                <a:ext cx="342200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126D66-CC02-55B8-C0BD-7BFB692542C3}"/>
                </a:ext>
              </a:extLst>
            </p:cNvPr>
            <p:cNvSpPr txBox="1"/>
            <p:nvPr/>
          </p:nvSpPr>
          <p:spPr>
            <a:xfrm>
              <a:off x="4573012" y="3264561"/>
              <a:ext cx="3951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	-1	-5	-3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71E448E-4B36-8EC7-9936-FD41701E176F}"/>
              </a:ext>
            </a:extLst>
          </p:cNvPr>
          <p:cNvSpPr txBox="1"/>
          <p:nvPr/>
        </p:nvSpPr>
        <p:spPr>
          <a:xfrm>
            <a:off x="4133742" y="4007173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F6E87B-5D38-6EC7-D051-9C2CCA1CA390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4308383" y="3567900"/>
            <a:ext cx="0" cy="439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9E729313-8B3C-6F8D-1097-C7B64C568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2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3574-92A0-7708-0FF6-38A8E982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DD422E-2166-4B0D-A4A3-9EEBBE108579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D97C3-DA19-E14F-44AA-25BD97F965D2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3245C8-AD1C-861F-02F5-E2DD5AC03AF1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92691AF-E8AB-81BF-66AA-B0DEF6BC08FF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DAB4053-0BEF-55C5-CFFC-2E3818E251F6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FBBDC96-085A-9C4E-6576-6E67F7C3870C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A931CA6-AC5C-8B37-0A09-3526CDBCB8C9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AC828DE7-90B7-C857-805B-1BBAC52E8ADE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0B7F0DD-2A9C-5AFB-48D6-48B063151541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0B52C2D-0AA6-3917-A3DD-E033105B9ECF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6DEDF155-0B5F-600A-9AB7-CCAE4A469D2F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600D57D-7A1C-FD74-EAB0-7AFD40B787A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B23D0-C158-391A-78E9-B8D12ADEBB05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4EC0BF-28C5-6C4C-C925-E150C05BE89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24EDA21-05F1-6098-A270-01EA443568B7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EB9A84-CA2E-2E3F-5DB6-91A9D594C6CD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8E879A-EB20-FBCC-7978-DD69E1C4D9BA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8E879A-EB20-FBCC-7978-DD69E1C4D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2F0F68-C81E-CF34-A330-FDB55B836023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2F0F68-C81E-CF34-A330-FDB55B836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FB20BB7C-A1E3-32C5-AC3C-3A047F9E9F43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CE5B17B-8DDB-45E6-66F1-F8B06343FC6C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9DB01DD-2A09-9805-4C61-56EF36EA1521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DD07E9-DDFB-2FDE-C295-397EDEE1BA43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AD10E5-E2B7-DD70-C937-FD076BFD9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E3CF40B-CB2E-69C9-7FD9-5ACCCAFD35A7}"/>
              </a:ext>
            </a:extLst>
          </p:cNvPr>
          <p:cNvGrpSpPr/>
          <p:nvPr/>
        </p:nvGrpSpPr>
        <p:grpSpPr>
          <a:xfrm>
            <a:off x="3680150" y="3191431"/>
            <a:ext cx="4442653" cy="838134"/>
            <a:chOff x="4081794" y="3264561"/>
            <a:chExt cx="4442653" cy="83813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096F1DB-9E9C-A4BF-5929-CC0ACBC167C0}"/>
                </a:ext>
              </a:extLst>
            </p:cNvPr>
            <p:cNvSpPr txBox="1"/>
            <p:nvPr/>
          </p:nvSpPr>
          <p:spPr>
            <a:xfrm>
              <a:off x="4081794" y="3641030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 </a:t>
              </a:r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EC34939-7B91-EFC4-7AFC-76B3E1662E7F}"/>
                </a:ext>
              </a:extLst>
            </p:cNvPr>
            <p:cNvGrpSpPr/>
            <p:nvPr/>
          </p:nvGrpSpPr>
          <p:grpSpPr>
            <a:xfrm>
              <a:off x="4338918" y="3330500"/>
              <a:ext cx="3514164" cy="656607"/>
              <a:chOff x="4419775" y="3142365"/>
              <a:chExt cx="3514164" cy="656607"/>
            </a:xfrm>
          </p:grpSpPr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B5E870B3-306B-58BF-0FBD-60889025C70E}"/>
                  </a:ext>
                </a:extLst>
              </p:cNvPr>
              <p:cNvSpPr/>
              <p:nvPr/>
            </p:nvSpPr>
            <p:spPr>
              <a:xfrm flipV="1">
                <a:off x="4419775" y="3142365"/>
                <a:ext cx="196468" cy="656607"/>
              </a:xfrm>
              <a:prstGeom prst="arc">
                <a:avLst>
                  <a:gd name="adj1" fmla="val 16200000"/>
                  <a:gd name="adj2" fmla="val 494582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11790D4-DDB1-AD2A-CF17-7CEE981A0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932" y="3798972"/>
                <a:ext cx="342200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9AFBCF-2263-FC2A-C15E-1268B6269FBE}"/>
                </a:ext>
              </a:extLst>
            </p:cNvPr>
            <p:cNvSpPr txBox="1"/>
            <p:nvPr/>
          </p:nvSpPr>
          <p:spPr>
            <a:xfrm>
              <a:off x="4573012" y="3264561"/>
              <a:ext cx="3951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	-1	-5	-3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70EB655-4E20-8A94-A06D-13021B4A56EE}"/>
              </a:ext>
            </a:extLst>
          </p:cNvPr>
          <p:cNvSpPr txBox="1"/>
          <p:nvPr/>
        </p:nvSpPr>
        <p:spPr>
          <a:xfrm>
            <a:off x="4133742" y="4007173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708E2A-7453-4361-D6BD-22FEE195D6EC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7274" y="3913977"/>
            <a:ext cx="196468" cy="324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323393-8B75-FC1F-CD7A-83F464367D61}"/>
              </a:ext>
            </a:extLst>
          </p:cNvPr>
          <p:cNvSpPr txBox="1"/>
          <p:nvPr/>
        </p:nvSpPr>
        <p:spPr>
          <a:xfrm>
            <a:off x="5152227" y="355893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790F53-06DF-D985-AF69-479A30D9BE32}"/>
              </a:ext>
            </a:extLst>
          </p:cNvPr>
          <p:cNvCxnSpPr>
            <a:stCxn id="31" idx="3"/>
            <a:endCxn id="19" idx="1"/>
          </p:cNvCxnSpPr>
          <p:nvPr/>
        </p:nvCxnSpPr>
        <p:spPr>
          <a:xfrm flipV="1">
            <a:off x="4483023" y="3789771"/>
            <a:ext cx="669204" cy="448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7E373F9-25C6-6947-0F48-1C1E898DE576}"/>
              </a:ext>
            </a:extLst>
          </p:cNvPr>
          <p:cNvSpPr txBox="1"/>
          <p:nvPr/>
        </p:nvSpPr>
        <p:spPr>
          <a:xfrm>
            <a:off x="5331178" y="3359117"/>
            <a:ext cx="34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/>
              <a:t>+</a:t>
            </a:r>
            <a:endParaRPr lang="en-US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CA96CB-D56B-A31F-D7C5-FB58B5D2EB0C}"/>
              </a:ext>
            </a:extLst>
          </p:cNvPr>
          <p:cNvSpPr txBox="1"/>
          <p:nvPr/>
        </p:nvSpPr>
        <p:spPr>
          <a:xfrm>
            <a:off x="5156603" y="3989591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7757989-FF78-4B6C-D4EC-06F0DD839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2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6C78-E3C0-FC67-FBE6-2C8E3259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AC99AC-5B06-5F1F-2E3B-A7DD03F8C083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9B729B-C6E0-A2E2-B8F0-60ACC6963F18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23BD8A-C3DF-01B7-F0AC-D2609EC73DCE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DD8820A-5B33-1B08-5242-1F6AF4F2232C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9285F9C-1766-3A19-B4CB-18A6B0A2E42F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EFE4314-6FF7-CEC6-35BC-5F25D2181B17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2DF522B-ABD2-9CD6-BB74-0AE418181DCE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845C251-D6C7-390D-ECF8-A83CE37036E9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243082-ECC3-5534-2F29-932553E4271A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D95E7769-E404-EE12-CF81-9E5B819F520A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35F58B9-5982-48CA-D069-06DDFC4100FC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7346A02-C3B3-EC25-6C45-374ABFF1C502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FC763-9A23-F07B-B32B-D84E49E2B8C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38B4E6-8265-9DF5-FF88-83300A40BA25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BC12A2-85AF-A315-05F9-F561ED70C396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103F0F-5BA1-748A-BE1C-759278F28344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427754-A927-7306-CB3B-591F23B37010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427754-A927-7306-CB3B-591F23B37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98E350-ED15-9769-D43C-D4CA692FDFCD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98E350-ED15-9769-D43C-D4CA692FD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01132AD3-57E0-EEE5-48CF-2BFA4FB0F717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F14F956-E33D-36D5-A0DB-C3CC7E001882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71C1433-69CD-69E0-3D25-666A612E069A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0B08C2-AC16-034A-D4C4-6A927D02AE88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DC5C65-E039-077A-C819-D48261A26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8AA7301-B5AA-9929-5716-6C4C44DFC299}"/>
              </a:ext>
            </a:extLst>
          </p:cNvPr>
          <p:cNvGrpSpPr/>
          <p:nvPr/>
        </p:nvGrpSpPr>
        <p:grpSpPr>
          <a:xfrm>
            <a:off x="3680150" y="3191431"/>
            <a:ext cx="4442653" cy="838134"/>
            <a:chOff x="4081794" y="3264561"/>
            <a:chExt cx="4442653" cy="83813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7FDAED3-9677-0AE0-03CB-7B3874FB3BD7}"/>
                </a:ext>
              </a:extLst>
            </p:cNvPr>
            <p:cNvSpPr txBox="1"/>
            <p:nvPr/>
          </p:nvSpPr>
          <p:spPr>
            <a:xfrm>
              <a:off x="4081794" y="3641030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 </a:t>
              </a:r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105346A-DE91-8E3A-7F5A-E53472B1E426}"/>
                </a:ext>
              </a:extLst>
            </p:cNvPr>
            <p:cNvGrpSpPr/>
            <p:nvPr/>
          </p:nvGrpSpPr>
          <p:grpSpPr>
            <a:xfrm>
              <a:off x="4338918" y="3330500"/>
              <a:ext cx="3514164" cy="656607"/>
              <a:chOff x="4419775" y="3142365"/>
              <a:chExt cx="3514164" cy="656607"/>
            </a:xfrm>
          </p:grpSpPr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05F2167A-8C59-95D5-522E-11E22F0B1DB8}"/>
                  </a:ext>
                </a:extLst>
              </p:cNvPr>
              <p:cNvSpPr/>
              <p:nvPr/>
            </p:nvSpPr>
            <p:spPr>
              <a:xfrm flipV="1">
                <a:off x="4419775" y="3142365"/>
                <a:ext cx="196468" cy="656607"/>
              </a:xfrm>
              <a:prstGeom prst="arc">
                <a:avLst>
                  <a:gd name="adj1" fmla="val 16200000"/>
                  <a:gd name="adj2" fmla="val 494582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639B17F-89E4-978B-5353-82E86518B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932" y="3798972"/>
                <a:ext cx="342200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221494-81CB-698A-DE10-106428999AE0}"/>
                </a:ext>
              </a:extLst>
            </p:cNvPr>
            <p:cNvSpPr txBox="1"/>
            <p:nvPr/>
          </p:nvSpPr>
          <p:spPr>
            <a:xfrm>
              <a:off x="4573012" y="3264561"/>
              <a:ext cx="3951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	-1	-5	-3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BE9EC8F-0F5B-3A1F-6D5F-046DFFFA5F55}"/>
              </a:ext>
            </a:extLst>
          </p:cNvPr>
          <p:cNvSpPr txBox="1"/>
          <p:nvPr/>
        </p:nvSpPr>
        <p:spPr>
          <a:xfrm>
            <a:off x="4133742" y="4007173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5B4002-1A51-8640-1717-12AC0C6E5C35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029431" y="3811843"/>
            <a:ext cx="1127172" cy="408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E8A2558-6C14-1C7A-4B8F-66B955083DB0}"/>
              </a:ext>
            </a:extLst>
          </p:cNvPr>
          <p:cNvSpPr txBox="1"/>
          <p:nvPr/>
        </p:nvSpPr>
        <p:spPr>
          <a:xfrm>
            <a:off x="5152227" y="355893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44BE07-C814-3A7F-F5F8-A1C90CA4FF43}"/>
              </a:ext>
            </a:extLst>
          </p:cNvPr>
          <p:cNvCxnSpPr>
            <a:cxnSpLocks/>
          </p:cNvCxnSpPr>
          <p:nvPr/>
        </p:nvCxnSpPr>
        <p:spPr>
          <a:xfrm flipV="1">
            <a:off x="5432539" y="3789770"/>
            <a:ext cx="669204" cy="448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2F7759-6A27-DBA4-45CC-DAE7926033C5}"/>
              </a:ext>
            </a:extLst>
          </p:cNvPr>
          <p:cNvSpPr txBox="1"/>
          <p:nvPr/>
        </p:nvSpPr>
        <p:spPr>
          <a:xfrm>
            <a:off x="5331178" y="3359117"/>
            <a:ext cx="34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/>
              <a:t>+</a:t>
            </a:r>
            <a:endParaRPr lang="en-US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F16311-6BE7-D1FE-A2E6-512B00DF5C92}"/>
              </a:ext>
            </a:extLst>
          </p:cNvPr>
          <p:cNvSpPr txBox="1"/>
          <p:nvPr/>
        </p:nvSpPr>
        <p:spPr>
          <a:xfrm>
            <a:off x="5156603" y="3989591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70F840-2097-AC67-1077-9585829E29EF}"/>
              </a:ext>
            </a:extLst>
          </p:cNvPr>
          <p:cNvSpPr txBox="1"/>
          <p:nvPr/>
        </p:nvSpPr>
        <p:spPr>
          <a:xfrm>
            <a:off x="6037149" y="354095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D1A9B0-EAE3-E25B-C768-5B688F6A31DC}"/>
              </a:ext>
            </a:extLst>
          </p:cNvPr>
          <p:cNvSpPr txBox="1"/>
          <p:nvPr/>
        </p:nvSpPr>
        <p:spPr>
          <a:xfrm>
            <a:off x="6046394" y="3965812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AA8E38-D6F4-6BC5-1BDD-E7E3B5E19E49}"/>
              </a:ext>
            </a:extLst>
          </p:cNvPr>
          <p:cNvSpPr txBox="1"/>
          <p:nvPr/>
        </p:nvSpPr>
        <p:spPr>
          <a:xfrm>
            <a:off x="6225345" y="3350178"/>
            <a:ext cx="34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/>
              <a:t>+</a:t>
            </a:r>
            <a:endParaRPr lang="en-US" sz="2400" b="1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C3ECE82-99F7-CD2E-9F10-F1EBB0162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17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0A4C-54E7-9E41-FC9F-34F7F03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D048C4-6B97-79FB-0064-8EAEA138CD07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C3F48D-266F-1553-C0FE-1563C5083C93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3BBAA9-654E-55FD-D636-0F7B93DEBD73}"/>
              </a:ext>
            </a:extLst>
          </p:cNvPr>
          <p:cNvGrpSpPr/>
          <p:nvPr/>
        </p:nvGrpSpPr>
        <p:grpSpPr>
          <a:xfrm>
            <a:off x="2167216" y="1403579"/>
            <a:ext cx="3283329" cy="818031"/>
            <a:chOff x="2167216" y="1403579"/>
            <a:chExt cx="3283329" cy="8180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C2166EE-C8D3-3BB2-8859-0435B6143DDD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48EBCBD-AD99-7085-D5F5-B9B61674D9B6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955AF66-F625-EB93-ECA4-D8464C84A7B3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39D57280-68CC-BAE8-3C98-DA63C88AC40F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11C6D6D6-13E5-0E6C-071C-CC365D152782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344A609-56DE-B104-934C-65F1CD762A40}"/>
                </a:ext>
              </a:extLst>
            </p:cNvPr>
            <p:cNvGrpSpPr/>
            <p:nvPr/>
          </p:nvGrpSpPr>
          <p:grpSpPr>
            <a:xfrm>
              <a:off x="4184276" y="1842852"/>
              <a:ext cx="1266269" cy="378758"/>
              <a:chOff x="4175311" y="1403579"/>
              <a:chExt cx="1266269" cy="37875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09DBC6C5-63C1-1292-4D65-4999ADDF179A}"/>
                  </a:ext>
                </a:extLst>
              </p:cNvPr>
              <p:cNvSpPr/>
              <p:nvPr/>
            </p:nvSpPr>
            <p:spPr>
              <a:xfrm>
                <a:off x="4175311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944E3AC9-622B-5260-2071-25C3D018DF07}"/>
                  </a:ext>
                </a:extLst>
              </p:cNvPr>
              <p:cNvSpPr/>
              <p:nvPr/>
            </p:nvSpPr>
            <p:spPr>
              <a:xfrm>
                <a:off x="5071784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3ED180E-BD35-03E0-7F44-E05FA5E4640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A9730-6442-395A-D2AE-5AD798B0F469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A85476-AF06-0167-B80A-5E370A2B2A5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AE7425C-1DDD-5B99-F43D-262BBD269926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0CA698-ED4B-9801-7D2A-65124725068F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B097D4-C8D8-8429-01C1-4EA0E18FBCDD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B097D4-C8D8-8429-01C1-4EA0E18FB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9927A-FF1B-5F47-6F90-79E1BAE8D28A}"/>
                  </a:ext>
                </a:extLst>
              </p:cNvPr>
              <p:cNvSpPr txBox="1"/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9927A-FF1B-5F47-6F90-79E1BAE8D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96" y="1081471"/>
                <a:ext cx="10630135" cy="1225335"/>
              </a:xfrm>
              <a:prstGeom prst="rect">
                <a:avLst/>
              </a:prstGeom>
              <a:blipFill>
                <a:blip r:embed="rId3"/>
                <a:stretch>
                  <a:fillRect l="-917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70BBCA0F-E32E-721D-64A0-A9FE5C3D5B25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290F25B-97CE-D4F1-C840-5A2E2263E1F0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DDE2AAD-C2E8-6E23-119B-56171410FFE5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6B801-08C6-9FA3-9A66-88DEC1C25116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7C58D0-77F7-FA30-5B7C-3BCEC2A76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03FBFB2-71B4-E4E8-3AB5-A7B26CF331F9}"/>
              </a:ext>
            </a:extLst>
          </p:cNvPr>
          <p:cNvGrpSpPr/>
          <p:nvPr/>
        </p:nvGrpSpPr>
        <p:grpSpPr>
          <a:xfrm>
            <a:off x="3680150" y="3191431"/>
            <a:ext cx="4442653" cy="838134"/>
            <a:chOff x="4081794" y="3264561"/>
            <a:chExt cx="4442653" cy="83813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36FAB4-57EB-412A-9F04-972FB17B557D}"/>
                </a:ext>
              </a:extLst>
            </p:cNvPr>
            <p:cNvSpPr txBox="1"/>
            <p:nvPr/>
          </p:nvSpPr>
          <p:spPr>
            <a:xfrm>
              <a:off x="4081794" y="3641030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 </a:t>
              </a:r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A52D8FA-16DE-9FF8-73EA-595BF4A827FB}"/>
                </a:ext>
              </a:extLst>
            </p:cNvPr>
            <p:cNvGrpSpPr/>
            <p:nvPr/>
          </p:nvGrpSpPr>
          <p:grpSpPr>
            <a:xfrm>
              <a:off x="4338918" y="3330500"/>
              <a:ext cx="3514164" cy="656607"/>
              <a:chOff x="4419775" y="3142365"/>
              <a:chExt cx="3514164" cy="656607"/>
            </a:xfrm>
          </p:grpSpPr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7E680A7A-9D47-89F1-5091-3F23F5793CAB}"/>
                  </a:ext>
                </a:extLst>
              </p:cNvPr>
              <p:cNvSpPr/>
              <p:nvPr/>
            </p:nvSpPr>
            <p:spPr>
              <a:xfrm flipV="1">
                <a:off x="4419775" y="3142365"/>
                <a:ext cx="196468" cy="656607"/>
              </a:xfrm>
              <a:prstGeom prst="arc">
                <a:avLst>
                  <a:gd name="adj1" fmla="val 16200000"/>
                  <a:gd name="adj2" fmla="val 494582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54B76C97-C2E0-A6BB-AD27-3BE7EE413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932" y="3798972"/>
                <a:ext cx="342200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0CE6A1-3D7C-7FCC-8C4F-2C39708E3B71}"/>
                </a:ext>
              </a:extLst>
            </p:cNvPr>
            <p:cNvSpPr txBox="1"/>
            <p:nvPr/>
          </p:nvSpPr>
          <p:spPr>
            <a:xfrm>
              <a:off x="4573012" y="3264561"/>
              <a:ext cx="3951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	-1	-5	-3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0A9C897-EDB5-52C2-F035-46AED94DCCB6}"/>
              </a:ext>
            </a:extLst>
          </p:cNvPr>
          <p:cNvSpPr txBox="1"/>
          <p:nvPr/>
        </p:nvSpPr>
        <p:spPr>
          <a:xfrm>
            <a:off x="4133742" y="399820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A75669-DD9E-42F0-1688-3CD86C808B32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947146" y="3798561"/>
            <a:ext cx="2099248" cy="398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9CE6E46-8637-40F7-5F80-C6632700C0D4}"/>
              </a:ext>
            </a:extLst>
          </p:cNvPr>
          <p:cNvSpPr txBox="1"/>
          <p:nvPr/>
        </p:nvSpPr>
        <p:spPr>
          <a:xfrm>
            <a:off x="5152227" y="355893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E0CAC6B-4271-2FE6-6801-BB4377C73DA7}"/>
              </a:ext>
            </a:extLst>
          </p:cNvPr>
          <p:cNvCxnSpPr>
            <a:cxnSpLocks/>
          </p:cNvCxnSpPr>
          <p:nvPr/>
        </p:nvCxnSpPr>
        <p:spPr>
          <a:xfrm flipV="1">
            <a:off x="6326716" y="3745513"/>
            <a:ext cx="669204" cy="448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33342E8-20AC-BC7B-AD0E-F4F1F3464C95}"/>
              </a:ext>
            </a:extLst>
          </p:cNvPr>
          <p:cNvSpPr txBox="1"/>
          <p:nvPr/>
        </p:nvSpPr>
        <p:spPr>
          <a:xfrm>
            <a:off x="5331178" y="3359117"/>
            <a:ext cx="34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/>
              <a:t>+</a:t>
            </a:r>
            <a:endParaRPr lang="en-US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193C6F-D8C0-2831-B63B-003828608B97}"/>
              </a:ext>
            </a:extLst>
          </p:cNvPr>
          <p:cNvSpPr txBox="1"/>
          <p:nvPr/>
        </p:nvSpPr>
        <p:spPr>
          <a:xfrm>
            <a:off x="5156603" y="3989591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D24D1B-8AF5-CDFB-63B3-9D776ECFB02B}"/>
              </a:ext>
            </a:extLst>
          </p:cNvPr>
          <p:cNvSpPr txBox="1"/>
          <p:nvPr/>
        </p:nvSpPr>
        <p:spPr>
          <a:xfrm>
            <a:off x="6037149" y="354095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2DA827-92F4-6FB9-DCD9-0A32251AA720}"/>
              </a:ext>
            </a:extLst>
          </p:cNvPr>
          <p:cNvSpPr txBox="1"/>
          <p:nvPr/>
        </p:nvSpPr>
        <p:spPr>
          <a:xfrm>
            <a:off x="6046394" y="3965812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B1E15B-DC55-635C-D854-D8E87EFF93E2}"/>
              </a:ext>
            </a:extLst>
          </p:cNvPr>
          <p:cNvSpPr txBox="1"/>
          <p:nvPr/>
        </p:nvSpPr>
        <p:spPr>
          <a:xfrm>
            <a:off x="6225345" y="3350178"/>
            <a:ext cx="34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/>
              <a:t>+</a:t>
            </a:r>
            <a:endParaRPr lang="en-US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2888E5-3BBA-4F36-EC00-AFFC2312C2EA}"/>
              </a:ext>
            </a:extLst>
          </p:cNvPr>
          <p:cNvSpPr txBox="1"/>
          <p:nvPr/>
        </p:nvSpPr>
        <p:spPr>
          <a:xfrm>
            <a:off x="6936185" y="353593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1FF3E0-6C11-023D-94D6-09E9CE989BB3}"/>
              </a:ext>
            </a:extLst>
          </p:cNvPr>
          <p:cNvSpPr txBox="1"/>
          <p:nvPr/>
        </p:nvSpPr>
        <p:spPr>
          <a:xfrm>
            <a:off x="6917695" y="3923534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0AEADEE-3DB4-2CA5-DA20-28EDEF5A8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E0F4044B-958F-758D-9340-406D473E9BF9}"/>
              </a:ext>
            </a:extLst>
          </p:cNvPr>
          <p:cNvSpPr txBox="1"/>
          <p:nvPr/>
        </p:nvSpPr>
        <p:spPr>
          <a:xfrm>
            <a:off x="7133626" y="3339793"/>
            <a:ext cx="34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/>
              <a:t>+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58272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3C9D-D2A8-98FB-6DB4-9337FADC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830389-B806-71BE-46E1-FA3EF3A60B2D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06E182-3724-0BF3-EE79-D0C9113EDCBB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D2ED07-29E6-3DA3-65B4-6318AC2264F0}"/>
              </a:ext>
            </a:extLst>
          </p:cNvPr>
          <p:cNvGrpSpPr/>
          <p:nvPr/>
        </p:nvGrpSpPr>
        <p:grpSpPr>
          <a:xfrm>
            <a:off x="2167216" y="1403579"/>
            <a:ext cx="3283329" cy="809069"/>
            <a:chOff x="2167216" y="1403579"/>
            <a:chExt cx="3283329" cy="8090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EDBEC19-291C-9CBB-A7B5-5F0D228B13F6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2000C89-2FBA-6792-10A7-5AAE2B6A9F02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A84CCF4-1FE8-05D3-5A1E-271D65879F2D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0DC55843-2B6F-16B4-2514-DE0168BB9322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AAFFEF58-6403-59C7-D8CE-9AB1A13FAAE3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2611DA0-575B-674D-3150-29BB4E88EA1B}"/>
                </a:ext>
              </a:extLst>
            </p:cNvPr>
            <p:cNvSpPr/>
            <p:nvPr/>
          </p:nvSpPr>
          <p:spPr>
            <a:xfrm>
              <a:off x="5080749" y="1842852"/>
              <a:ext cx="369796" cy="36979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A6EE5D0-D85A-A602-AB56-6E484BEF6E3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E8A42-8806-8CC2-2DF2-2B07400C6DD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7D1783-BC6A-D63C-1478-224220B1E99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2C5678C-575C-DF7E-27A6-AF57199CFE0F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2468B3-979E-EF08-D8D3-D07E74EBAC5A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E2042F-B18A-FB40-3E36-5F977BA1C2A3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E2042F-B18A-FB40-3E36-5F977BA1C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9F3A9A-AC4D-B122-1C5D-2D246A01700A}"/>
                  </a:ext>
                </a:extLst>
              </p:cNvPr>
              <p:cNvSpPr txBox="1"/>
              <p:nvPr/>
            </p:nvSpPr>
            <p:spPr>
              <a:xfrm>
                <a:off x="1080606" y="1080677"/>
                <a:ext cx="10630135" cy="1225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-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9F3A9A-AC4D-B122-1C5D-2D246A017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06" y="1080677"/>
                <a:ext cx="10630135" cy="1225335"/>
              </a:xfrm>
              <a:prstGeom prst="rect">
                <a:avLst/>
              </a:prstGeom>
              <a:blipFill>
                <a:blip r:embed="rId4"/>
                <a:stretch>
                  <a:fillRect l="-860" b="-10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37E43290-0765-7635-B85C-622E214D6FC8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56A16F6-7CE9-14B8-A96D-9FE418CD6FA6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D436078-00F0-D412-E523-19D125B750AA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0F4336-2E6F-B7BD-CB05-7D182D13449B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16C6FE-1C92-8787-BE4B-7937AD0FF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3F65A8E0-C5E0-FD26-FB93-040E9DF0DDB8}"/>
              </a:ext>
            </a:extLst>
          </p:cNvPr>
          <p:cNvGrpSpPr/>
          <p:nvPr/>
        </p:nvGrpSpPr>
        <p:grpSpPr>
          <a:xfrm>
            <a:off x="3680150" y="3191431"/>
            <a:ext cx="4442653" cy="838134"/>
            <a:chOff x="4081794" y="3264561"/>
            <a:chExt cx="4442653" cy="83813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4CBA71-8AB5-632C-0E34-DF1369EA7EC5}"/>
                </a:ext>
              </a:extLst>
            </p:cNvPr>
            <p:cNvSpPr txBox="1"/>
            <p:nvPr/>
          </p:nvSpPr>
          <p:spPr>
            <a:xfrm>
              <a:off x="4081794" y="3641030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 </a:t>
              </a:r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701EFE-CAA9-CA9F-9799-6BF921CB8A3F}"/>
                </a:ext>
              </a:extLst>
            </p:cNvPr>
            <p:cNvGrpSpPr/>
            <p:nvPr/>
          </p:nvGrpSpPr>
          <p:grpSpPr>
            <a:xfrm>
              <a:off x="4338918" y="3330500"/>
              <a:ext cx="3514164" cy="656607"/>
              <a:chOff x="4419775" y="3142365"/>
              <a:chExt cx="3514164" cy="656607"/>
            </a:xfrm>
          </p:grpSpPr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479DEA5B-B468-9807-60BD-F384ADDCEE4E}"/>
                  </a:ext>
                </a:extLst>
              </p:cNvPr>
              <p:cNvSpPr/>
              <p:nvPr/>
            </p:nvSpPr>
            <p:spPr>
              <a:xfrm flipV="1">
                <a:off x="4419775" y="3142365"/>
                <a:ext cx="196468" cy="656607"/>
              </a:xfrm>
              <a:prstGeom prst="arc">
                <a:avLst>
                  <a:gd name="adj1" fmla="val 16200000"/>
                  <a:gd name="adj2" fmla="val 494582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8CEA77E-B577-9AC1-12A2-A09A3AC74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932" y="3798972"/>
                <a:ext cx="342200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1930A4-3E59-9A51-F7E9-6B34CCB8B0F9}"/>
                </a:ext>
              </a:extLst>
            </p:cNvPr>
            <p:cNvSpPr txBox="1"/>
            <p:nvPr/>
          </p:nvSpPr>
          <p:spPr>
            <a:xfrm>
              <a:off x="4573012" y="3264561"/>
              <a:ext cx="3951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	-1	-5	-3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2621C36-AF5F-7BE2-6269-C92B2736E2C4}"/>
              </a:ext>
            </a:extLst>
          </p:cNvPr>
          <p:cNvSpPr txBox="1"/>
          <p:nvPr/>
        </p:nvSpPr>
        <p:spPr>
          <a:xfrm>
            <a:off x="4133742" y="399820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B7618-688B-C31E-DA12-132B61F9F4CD}"/>
              </a:ext>
            </a:extLst>
          </p:cNvPr>
          <p:cNvSpPr txBox="1"/>
          <p:nvPr/>
        </p:nvSpPr>
        <p:spPr>
          <a:xfrm>
            <a:off x="5152227" y="355893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58B8A4-CBD9-C320-9A79-699F484987D7}"/>
              </a:ext>
            </a:extLst>
          </p:cNvPr>
          <p:cNvSpPr txBox="1"/>
          <p:nvPr/>
        </p:nvSpPr>
        <p:spPr>
          <a:xfrm>
            <a:off x="5156603" y="3989591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259041-4FD9-828C-1630-B144EAC10002}"/>
              </a:ext>
            </a:extLst>
          </p:cNvPr>
          <p:cNvSpPr txBox="1"/>
          <p:nvPr/>
        </p:nvSpPr>
        <p:spPr>
          <a:xfrm>
            <a:off x="6037149" y="354095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059C13-2442-193B-09CB-7DDD4CA67D2B}"/>
              </a:ext>
            </a:extLst>
          </p:cNvPr>
          <p:cNvSpPr txBox="1"/>
          <p:nvPr/>
        </p:nvSpPr>
        <p:spPr>
          <a:xfrm>
            <a:off x="6046394" y="3965812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84F123-AE59-82AE-9588-FC521602EF1B}"/>
              </a:ext>
            </a:extLst>
          </p:cNvPr>
          <p:cNvSpPr txBox="1"/>
          <p:nvPr/>
        </p:nvSpPr>
        <p:spPr>
          <a:xfrm>
            <a:off x="6936185" y="353593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8B924B-8CF1-6B94-21C3-3CAFC9A5FD5A}"/>
              </a:ext>
            </a:extLst>
          </p:cNvPr>
          <p:cNvSpPr txBox="1"/>
          <p:nvPr/>
        </p:nvSpPr>
        <p:spPr>
          <a:xfrm>
            <a:off x="6917695" y="3923534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F051C2-D5AC-508C-6890-52CCEA939779}"/>
              </a:ext>
            </a:extLst>
          </p:cNvPr>
          <p:cNvCxnSpPr/>
          <p:nvPr/>
        </p:nvCxnSpPr>
        <p:spPr>
          <a:xfrm flipH="1">
            <a:off x="4133742" y="4385199"/>
            <a:ext cx="32173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254E142-C94C-1363-6093-848F2F060389}"/>
              </a:ext>
            </a:extLst>
          </p:cNvPr>
          <p:cNvCxnSpPr/>
          <p:nvPr/>
        </p:nvCxnSpPr>
        <p:spPr>
          <a:xfrm flipH="1">
            <a:off x="4133741" y="4438987"/>
            <a:ext cx="32173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9A6087-99EC-FB46-D2E0-E35F12C3D294}"/>
                  </a:ext>
                </a:extLst>
              </p:cNvPr>
              <p:cNvSpPr txBox="1"/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</m:oMath>
                </a14:m>
                <a:r>
                  <a:rPr lang="en-US" sz="2000" dirty="0"/>
                  <a:t> = (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3)</a:t>
                </a:r>
                <a:r>
                  <a:rPr lang="en-US" sz="2000" b="1" dirty="0"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)</m:t>
                    </m:r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000" dirty="0"/>
                  <a:t> </a:t>
                </a:r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9A6087-99EC-FB46-D2E0-E35F12C3D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44" y="6322100"/>
                <a:ext cx="8416219" cy="407099"/>
              </a:xfrm>
              <a:prstGeom prst="rect">
                <a:avLst/>
              </a:prstGeom>
              <a:blipFill>
                <a:blip r:embed="rId6"/>
                <a:stretch>
                  <a:fillRect l="-797" t="-10448" b="-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Picture 47">
            <a:extLst>
              <a:ext uri="{FF2B5EF4-FFF2-40B4-BE49-F238E27FC236}">
                <a16:creationId xmlns:a16="http://schemas.microsoft.com/office/drawing/2014/main" id="{D7D246B7-9C67-6B37-4171-FA52004D04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2802" y="5985674"/>
            <a:ext cx="3587939" cy="69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8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CC09-0688-5E5E-E792-3CB99586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92D42E-40AF-A8F4-E8BA-743FAFC4A75B}"/>
              </a:ext>
            </a:extLst>
          </p:cNvPr>
          <p:cNvSpPr/>
          <p:nvPr/>
        </p:nvSpPr>
        <p:spPr>
          <a:xfrm>
            <a:off x="5995147" y="1824919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C3D646-DA11-FB57-127B-A164F346C006}"/>
              </a:ext>
            </a:extLst>
          </p:cNvPr>
          <p:cNvSpPr/>
          <p:nvPr/>
        </p:nvSpPr>
        <p:spPr>
          <a:xfrm>
            <a:off x="5995148" y="1394615"/>
            <a:ext cx="369796" cy="369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A6CC3F-BD96-4ABE-D3AE-D3096D5959B3}"/>
              </a:ext>
            </a:extLst>
          </p:cNvPr>
          <p:cNvGrpSpPr/>
          <p:nvPr/>
        </p:nvGrpSpPr>
        <p:grpSpPr>
          <a:xfrm>
            <a:off x="2167216" y="1403579"/>
            <a:ext cx="3283329" cy="809069"/>
            <a:chOff x="2167216" y="1403579"/>
            <a:chExt cx="3283329" cy="8090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5EC14EE-D388-43D4-8443-B3145D0E9019}"/>
                </a:ext>
              </a:extLst>
            </p:cNvPr>
            <p:cNvGrpSpPr/>
            <p:nvPr/>
          </p:nvGrpSpPr>
          <p:grpSpPr>
            <a:xfrm>
              <a:off x="2167216" y="1403579"/>
              <a:ext cx="3283329" cy="378760"/>
              <a:chOff x="2167216" y="1403579"/>
              <a:chExt cx="3283329" cy="37876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54C2D72-4CE0-4AC5-9C6C-FD61705A19C4}"/>
                  </a:ext>
                </a:extLst>
              </p:cNvPr>
              <p:cNvSpPr/>
              <p:nvPr/>
            </p:nvSpPr>
            <p:spPr>
              <a:xfrm>
                <a:off x="2167216" y="1412543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D3348E9-334E-4786-028E-4AE9059FF899}"/>
                  </a:ext>
                </a:extLst>
              </p:cNvPr>
              <p:cNvSpPr/>
              <p:nvPr/>
            </p:nvSpPr>
            <p:spPr>
              <a:xfrm>
                <a:off x="3242982" y="1412540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7F9A72A-357A-31A0-44E8-519C374AD38B}"/>
                  </a:ext>
                </a:extLst>
              </p:cNvPr>
              <p:cNvSpPr/>
              <p:nvPr/>
            </p:nvSpPr>
            <p:spPr>
              <a:xfrm>
                <a:off x="4184276" y="1412541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3318E66C-3D5E-050B-228E-49D842843DD8}"/>
                  </a:ext>
                </a:extLst>
              </p:cNvPr>
              <p:cNvSpPr/>
              <p:nvPr/>
            </p:nvSpPr>
            <p:spPr>
              <a:xfrm>
                <a:off x="5080749" y="1403579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1958E05-35A0-00FB-576D-C8D91032BE0C}"/>
                </a:ext>
              </a:extLst>
            </p:cNvPr>
            <p:cNvSpPr/>
            <p:nvPr/>
          </p:nvSpPr>
          <p:spPr>
            <a:xfrm>
              <a:off x="5080749" y="1842852"/>
              <a:ext cx="369796" cy="36979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6EE0044-1C02-FF8F-E586-6532C27857D5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E56702-6030-45F0-0983-AEB675A8633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การหารพหุนาม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863B5C-B437-B77F-EAF8-C31E3A7C195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AA8E64-4903-C90E-F455-59102BFC52D0}"/>
              </a:ext>
            </a:extLst>
          </p:cNvPr>
          <p:cNvSpPr txBox="1"/>
          <p:nvPr/>
        </p:nvSpPr>
        <p:spPr>
          <a:xfrm>
            <a:off x="349856" y="954539"/>
            <a:ext cx="163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กำหนดพหุนาม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A613C1-F66B-910C-16FB-CFEB20F39FED}"/>
              </a:ext>
            </a:extLst>
          </p:cNvPr>
          <p:cNvSpPr/>
          <p:nvPr/>
        </p:nvSpPr>
        <p:spPr>
          <a:xfrm>
            <a:off x="349857" y="2835624"/>
            <a:ext cx="11501484" cy="394285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A78D75-BCB6-AB81-83A9-4B8A9E23D5B8}"/>
                  </a:ext>
                </a:extLst>
              </p:cNvPr>
              <p:cNvSpPr txBox="1"/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       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𝒄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A78D75-BCB6-AB81-83A9-4B8A9E23D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16" y="954299"/>
                <a:ext cx="8417627" cy="47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51E629-1F94-B59B-8D08-B82EABACEB47}"/>
                  </a:ext>
                </a:extLst>
              </p:cNvPr>
              <p:cNvSpPr txBox="1"/>
              <p:nvPr/>
            </p:nvSpPr>
            <p:spPr>
              <a:xfrm>
                <a:off x="1080606" y="1080677"/>
                <a:ext cx="10630135" cy="126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:	     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3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:	                 	      	  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-2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Q(x)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51E629-1F94-B59B-8D08-B82EABACE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06" y="1080677"/>
                <a:ext cx="10630135" cy="1263551"/>
              </a:xfrm>
              <a:prstGeom prst="rect">
                <a:avLst/>
              </a:prstGeom>
              <a:blipFill>
                <a:blip r:embed="rId4"/>
                <a:stretch>
                  <a:fillRect l="-860" b="-7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C84BC412-1134-E326-B1E4-5FD867970494}"/>
              </a:ext>
            </a:extLst>
          </p:cNvPr>
          <p:cNvSpPr/>
          <p:nvPr/>
        </p:nvSpPr>
        <p:spPr>
          <a:xfrm>
            <a:off x="5966760" y="2510118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FCBECD-B733-9DB7-AF55-2A6F43E4C6AB}"/>
              </a:ext>
            </a:extLst>
          </p:cNvPr>
          <p:cNvSpPr/>
          <p:nvPr/>
        </p:nvSpPr>
        <p:spPr>
          <a:xfrm>
            <a:off x="8181040" y="2500486"/>
            <a:ext cx="254275" cy="254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FFFD92B-E448-EDCE-B01D-84DC5C4E5508}"/>
              </a:ext>
            </a:extLst>
          </p:cNvPr>
          <p:cNvSpPr/>
          <p:nvPr/>
        </p:nvSpPr>
        <p:spPr>
          <a:xfrm>
            <a:off x="8234832" y="2554939"/>
            <a:ext cx="158768" cy="15876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15BB1-FF8E-BECE-4711-6608A5E52249}"/>
              </a:ext>
            </a:extLst>
          </p:cNvPr>
          <p:cNvSpPr txBox="1"/>
          <p:nvPr/>
        </p:nvSpPr>
        <p:spPr>
          <a:xfrm>
            <a:off x="560295" y="2404694"/>
            <a:ext cx="1000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หารพหุนาม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Q(x)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เลือกวิธีการหาร             หารยาว                      หารสังเคราะห์      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0A1A33-7B83-0CFD-9073-B593C602D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18F60C0-0B59-1FD5-FCE7-97AF5779F2D5}"/>
              </a:ext>
            </a:extLst>
          </p:cNvPr>
          <p:cNvGrpSpPr/>
          <p:nvPr/>
        </p:nvGrpSpPr>
        <p:grpSpPr>
          <a:xfrm>
            <a:off x="3680150" y="3191431"/>
            <a:ext cx="4442653" cy="838134"/>
            <a:chOff x="4081794" y="3264561"/>
            <a:chExt cx="4442653" cy="83813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F78B3FC-C2CB-078D-0031-3224478D5E79}"/>
                </a:ext>
              </a:extLst>
            </p:cNvPr>
            <p:cNvSpPr txBox="1"/>
            <p:nvPr/>
          </p:nvSpPr>
          <p:spPr>
            <a:xfrm>
              <a:off x="4081794" y="3641030"/>
              <a:ext cx="3492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A0BC1F9-E8B6-1CFB-C6CF-A9753CA9950A}"/>
                </a:ext>
              </a:extLst>
            </p:cNvPr>
            <p:cNvGrpSpPr/>
            <p:nvPr/>
          </p:nvGrpSpPr>
          <p:grpSpPr>
            <a:xfrm>
              <a:off x="4338918" y="3330500"/>
              <a:ext cx="3514164" cy="656607"/>
              <a:chOff x="4419775" y="3142365"/>
              <a:chExt cx="3514164" cy="656607"/>
            </a:xfrm>
          </p:grpSpPr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B1816BC1-A023-B3B0-CD40-EA894E38EB97}"/>
                  </a:ext>
                </a:extLst>
              </p:cNvPr>
              <p:cNvSpPr/>
              <p:nvPr/>
            </p:nvSpPr>
            <p:spPr>
              <a:xfrm flipV="1">
                <a:off x="4419775" y="3142365"/>
                <a:ext cx="196468" cy="656607"/>
              </a:xfrm>
              <a:prstGeom prst="arc">
                <a:avLst>
                  <a:gd name="adj1" fmla="val 16200000"/>
                  <a:gd name="adj2" fmla="val 494582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4B18FBC-BA01-1C61-8543-1E4BCC8E1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932" y="3798972"/>
                <a:ext cx="342200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1FD8ED-E750-837C-900F-E29909CB43E2}"/>
                </a:ext>
              </a:extLst>
            </p:cNvPr>
            <p:cNvSpPr txBox="1"/>
            <p:nvPr/>
          </p:nvSpPr>
          <p:spPr>
            <a:xfrm>
              <a:off x="4573012" y="3264561"/>
              <a:ext cx="3951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	 0	 2	-1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10B945E-C119-4158-269B-3D4BA4DBFA0B}"/>
              </a:ext>
            </a:extLst>
          </p:cNvPr>
          <p:cNvSpPr txBox="1"/>
          <p:nvPr/>
        </p:nvSpPr>
        <p:spPr>
          <a:xfrm>
            <a:off x="4133742" y="399820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B945EB-74DA-E8C1-C1BA-11308C65753B}"/>
              </a:ext>
            </a:extLst>
          </p:cNvPr>
          <p:cNvSpPr txBox="1"/>
          <p:nvPr/>
        </p:nvSpPr>
        <p:spPr>
          <a:xfrm>
            <a:off x="5152227" y="3558938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C2D1AE-825B-971F-4726-FB52EB541DF6}"/>
              </a:ext>
            </a:extLst>
          </p:cNvPr>
          <p:cNvSpPr txBox="1"/>
          <p:nvPr/>
        </p:nvSpPr>
        <p:spPr>
          <a:xfrm>
            <a:off x="5156603" y="3989591"/>
            <a:ext cx="34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958593-E22A-E5C3-D0A8-FFA84CEF5207}"/>
              </a:ext>
            </a:extLst>
          </p:cNvPr>
          <p:cNvSpPr txBox="1"/>
          <p:nvPr/>
        </p:nvSpPr>
        <p:spPr>
          <a:xfrm>
            <a:off x="5962312" y="3540958"/>
            <a:ext cx="433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12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F226EA-3280-79EB-AF41-EE5DB9EDCA52}"/>
              </a:ext>
            </a:extLst>
          </p:cNvPr>
          <p:cNvSpPr txBox="1"/>
          <p:nvPr/>
        </p:nvSpPr>
        <p:spPr>
          <a:xfrm>
            <a:off x="5957936" y="3965812"/>
            <a:ext cx="437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14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8E8ADA-0248-531B-0585-1CB092890D71}"/>
              </a:ext>
            </a:extLst>
          </p:cNvPr>
          <p:cNvSpPr txBox="1"/>
          <p:nvPr/>
        </p:nvSpPr>
        <p:spPr>
          <a:xfrm>
            <a:off x="6829037" y="3535938"/>
            <a:ext cx="456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28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FDB570-4CCF-6C09-2A22-E1FE6839D848}"/>
              </a:ext>
            </a:extLst>
          </p:cNvPr>
          <p:cNvSpPr txBox="1"/>
          <p:nvPr/>
        </p:nvSpPr>
        <p:spPr>
          <a:xfrm>
            <a:off x="6847727" y="3923534"/>
            <a:ext cx="419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27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237347C-9544-EDBB-5B36-CFEE85B986B6}"/>
              </a:ext>
            </a:extLst>
          </p:cNvPr>
          <p:cNvCxnSpPr/>
          <p:nvPr/>
        </p:nvCxnSpPr>
        <p:spPr>
          <a:xfrm flipH="1">
            <a:off x="4133742" y="4385199"/>
            <a:ext cx="32173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233F90-4ACE-F058-56BF-5CA2D3DFA127}"/>
              </a:ext>
            </a:extLst>
          </p:cNvPr>
          <p:cNvCxnSpPr/>
          <p:nvPr/>
        </p:nvCxnSpPr>
        <p:spPr>
          <a:xfrm flipH="1">
            <a:off x="4133741" y="4438987"/>
            <a:ext cx="32173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1C47059B-CF0D-3D8E-6918-CF2A3DD8A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802" y="5985674"/>
            <a:ext cx="3587939" cy="698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7910FC-D991-95A6-400B-50407641A8EF}"/>
                  </a:ext>
                </a:extLst>
              </p:cNvPr>
              <p:cNvSpPr txBox="1"/>
              <p:nvPr/>
            </p:nvSpPr>
            <p:spPr>
              <a:xfrm>
                <a:off x="481259" y="6357763"/>
                <a:ext cx="84162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000" dirty="0"/>
                  <a:t>= (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2)</a:t>
                </a:r>
                <a:r>
                  <a:rPr lang="en-US" sz="2000" b="1" dirty="0">
                    <a:cs typeface="TH Sarabun New" panose="020B0500040200020003" pitchFamily="34" charset="-34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>
                        <a:cs typeface="TH Sarabun New" panose="020B0500040200020003" pitchFamily="34" charset="-34"/>
                      </a:rPr>
                      <m:t>3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𝟔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𝟏𝟒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)+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𝟐𝟕</m:t>
                    </m:r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000" dirty="0"/>
                  <a:t> </a:t>
                </a:r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7910FC-D991-95A6-400B-50407641A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59" y="6357763"/>
                <a:ext cx="8416219" cy="407099"/>
              </a:xfrm>
              <a:prstGeom prst="rect">
                <a:avLst/>
              </a:prstGeom>
              <a:blipFill>
                <a:blip r:embed="rId7"/>
                <a:stretch>
                  <a:fillRect l="-797" t="-11940" b="-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23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1892</Words>
  <Application>Microsoft Office PowerPoint</Application>
  <PresentationFormat>Widescreen</PresentationFormat>
  <Paragraphs>196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82</cp:revision>
  <dcterms:created xsi:type="dcterms:W3CDTF">2026-09-18T13:51:45Z</dcterms:created>
  <dcterms:modified xsi:type="dcterms:W3CDTF">2026-10-24T09:38:08Z</dcterms:modified>
</cp:coreProperties>
</file>